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060d07a3a68466a" /><Relationship Type="http://schemas.openxmlformats.org/officeDocument/2006/relationships/extended-properties" Target="/docProps/app.xml" Id="Rc20e4cae22984459" /><Relationship Type="http://schemas.openxmlformats.org/officeDocument/2006/relationships/officeDocument" Target="/ppt/presentation.xml" Id="Rc61dbf70073047c1" /></Relationships>
</file>

<file path=ppt/presentation.xml><?xml version="1.0" encoding="utf-8"?>
<p:presentation xmlns:p="http://schemas.openxmlformats.org/presentationml/2006/main">
  <p:sldMasterIdLst>
    <p:sldMasterId xmlns:r="http://schemas.openxmlformats.org/officeDocument/2006/relationships" id="2147483648" r:id="R41931a1f5dac4474"/>
  </p:sldMasterIdLst>
  <p:notesMasterIdLst>
    <p:notesMasterId xmlns:r="http://schemas.openxmlformats.org/officeDocument/2006/relationships" r:id="R4d8cbe3ed90b46f6"/>
  </p:notesMasterIdLst>
  <p:sldIdLst>
    <p:sldId xmlns:r="http://schemas.openxmlformats.org/officeDocument/2006/relationships" id="256" r:id="R8147b8c590fa4e54"/>
    <p:sldId xmlns:r="http://schemas.openxmlformats.org/officeDocument/2006/relationships" id="257" r:id="Ra1681251e3754ead"/>
    <p:sldId xmlns:r="http://schemas.openxmlformats.org/officeDocument/2006/relationships" id="258" r:id="Rf7bc3f25c8844fc1"/>
    <p:sldId xmlns:r="http://schemas.openxmlformats.org/officeDocument/2006/relationships" id="259" r:id="R2aa85aac8ea242cb"/>
    <p:sldId xmlns:r="http://schemas.openxmlformats.org/officeDocument/2006/relationships" id="260" r:id="R7ffb9a3ed0614138"/>
    <p:sldId xmlns:r="http://schemas.openxmlformats.org/officeDocument/2006/relationships" id="261" r:id="R6b37da5fc7e64eb5"/>
    <p:sldId xmlns:r="http://schemas.openxmlformats.org/officeDocument/2006/relationships" id="262" r:id="Rde8bc9f96454436a"/>
    <p:sldId xmlns:r="http://schemas.openxmlformats.org/officeDocument/2006/relationships" id="263" r:id="R81e2231901174774"/>
    <p:sldId xmlns:r="http://schemas.openxmlformats.org/officeDocument/2006/relationships" id="264" r:id="Reb0ab7d5246c426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923111a18124ba8" /><Relationship Type="http://schemas.openxmlformats.org/officeDocument/2006/relationships/slideMaster" Target="/ppt/slideMasters/slideMaster1.xml" Id="R41931a1f5dac4474" /><Relationship Type="http://schemas.openxmlformats.org/officeDocument/2006/relationships/notesMaster" Target="/ppt/notesMasters/notesMaster1.xml" Id="R4d8cbe3ed90b46f6" /><Relationship Type="http://schemas.openxmlformats.org/officeDocument/2006/relationships/presProps" Target="/ppt/presProps.xml" Id="R04c5c28cdcf143a2" /><Relationship Type="http://schemas.openxmlformats.org/officeDocument/2006/relationships/tableStyles" Target="/ppt/tableStyles.xml" Id="Reb1f0915193b49fe" /><Relationship Type="http://schemas.openxmlformats.org/officeDocument/2006/relationships/slide" Target="/ppt/slides/slide1.xml" Id="R8147b8c590fa4e54" /><Relationship Type="http://schemas.openxmlformats.org/officeDocument/2006/relationships/slide" Target="/ppt/slides/slide2.xml" Id="Ra1681251e3754ead" /><Relationship Type="http://schemas.openxmlformats.org/officeDocument/2006/relationships/slide" Target="/ppt/slides/slide3.xml" Id="Rf7bc3f25c8844fc1" /><Relationship Type="http://schemas.openxmlformats.org/officeDocument/2006/relationships/slide" Target="/ppt/slides/slide4.xml" Id="R2aa85aac8ea242cb" /><Relationship Type="http://schemas.openxmlformats.org/officeDocument/2006/relationships/slide" Target="/ppt/slides/slide5.xml" Id="R7ffb9a3ed0614138" /><Relationship Type="http://schemas.openxmlformats.org/officeDocument/2006/relationships/slide" Target="/ppt/slides/slide6.xml" Id="R6b37da5fc7e64eb5" /><Relationship Type="http://schemas.openxmlformats.org/officeDocument/2006/relationships/slide" Target="/ppt/slides/slide7.xml" Id="Rde8bc9f96454436a" /><Relationship Type="http://schemas.openxmlformats.org/officeDocument/2006/relationships/slide" Target="/ppt/slides/slide8.xml" Id="R81e2231901174774" /><Relationship Type="http://schemas.openxmlformats.org/officeDocument/2006/relationships/slide" Target="/ppt/slides/slide9.xml" Id="Reb0ab7d5246c426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3aedc2efe9a46d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0bfa98e4fdd40ac" /><Relationship Type="http://schemas.openxmlformats.org/officeDocument/2006/relationships/notesMaster" Target="/ppt/notesMasters/notesMaster1.xml" Id="R889a188492ed4e05" /></Relationships>
</file>

<file path=ppt/notesSlides/_rels/notesSlide2.xml.rels>&#65279;<?xml version="1.0" encoding="utf-8"?><Relationships xmlns="http://schemas.openxmlformats.org/package/2006/relationships"><Relationship Type="http://schemas.openxmlformats.org/officeDocument/2006/relationships/slide" Target="/ppt/slides/slide2.xml" Id="R8cd89b493b614f3e" /><Relationship Type="http://schemas.openxmlformats.org/officeDocument/2006/relationships/notesMaster" Target="/ppt/notesMasters/notesMaster1.xml" Id="R6156b52239fd417c" /></Relationships>
</file>

<file path=ppt/notesSlides/_rels/notesSlide3.xml.rels>&#65279;<?xml version="1.0" encoding="utf-8"?><Relationships xmlns="http://schemas.openxmlformats.org/package/2006/relationships"><Relationship Type="http://schemas.openxmlformats.org/officeDocument/2006/relationships/slide" Target="/ppt/slides/slide3.xml" Id="R4e4b22516f4d484c" /><Relationship Type="http://schemas.openxmlformats.org/officeDocument/2006/relationships/notesMaster" Target="/ppt/notesMasters/notesMaster1.xml" Id="R8dfb00adec2f4b82" /></Relationships>
</file>

<file path=ppt/notesSlides/_rels/notesSlide4.xml.rels>&#65279;<?xml version="1.0" encoding="utf-8"?><Relationships xmlns="http://schemas.openxmlformats.org/package/2006/relationships"><Relationship Type="http://schemas.openxmlformats.org/officeDocument/2006/relationships/slide" Target="/ppt/slides/slide4.xml" Id="R61a7068113a347fb" /><Relationship Type="http://schemas.openxmlformats.org/officeDocument/2006/relationships/notesMaster" Target="/ppt/notesMasters/notesMaster1.xml" Id="R46f480ad0799498e" /></Relationships>
</file>

<file path=ppt/notesSlides/_rels/notesSlide5.xml.rels>&#65279;<?xml version="1.0" encoding="utf-8"?><Relationships xmlns="http://schemas.openxmlformats.org/package/2006/relationships"><Relationship Type="http://schemas.openxmlformats.org/officeDocument/2006/relationships/slide" Target="/ppt/slides/slide5.xml" Id="Rd6c47912ed32466d" /><Relationship Type="http://schemas.openxmlformats.org/officeDocument/2006/relationships/notesMaster" Target="/ppt/notesMasters/notesMaster1.xml" Id="R63346d688dfa444a" /></Relationships>
</file>

<file path=ppt/notesSlides/_rels/notesSlide6.xml.rels>&#65279;<?xml version="1.0" encoding="utf-8"?><Relationships xmlns="http://schemas.openxmlformats.org/package/2006/relationships"><Relationship Type="http://schemas.openxmlformats.org/officeDocument/2006/relationships/slide" Target="/ppt/slides/slide6.xml" Id="R38a3c318fc2a4a2f" /><Relationship Type="http://schemas.openxmlformats.org/officeDocument/2006/relationships/notesMaster" Target="/ppt/notesMasters/notesMaster1.xml" Id="R395d458e0386408a" /></Relationships>
</file>

<file path=ppt/notesSlides/_rels/notesSlide7.xml.rels>&#65279;<?xml version="1.0" encoding="utf-8"?><Relationships xmlns="http://schemas.openxmlformats.org/package/2006/relationships"><Relationship Type="http://schemas.openxmlformats.org/officeDocument/2006/relationships/slide" Target="/ppt/slides/slide7.xml" Id="R40030ed19f1b450b" /><Relationship Type="http://schemas.openxmlformats.org/officeDocument/2006/relationships/notesMaster" Target="/ppt/notesMasters/notesMaster1.xml" Id="Re3793a8c35ca48cb" /></Relationships>
</file>

<file path=ppt/notesSlides/_rels/notesSlide8.xml.rels>&#65279;<?xml version="1.0" encoding="utf-8"?><Relationships xmlns="http://schemas.openxmlformats.org/package/2006/relationships"><Relationship Type="http://schemas.openxmlformats.org/officeDocument/2006/relationships/slide" Target="/ppt/slides/slide8.xml" Id="R947717668f2d430c" /><Relationship Type="http://schemas.openxmlformats.org/officeDocument/2006/relationships/notesMaster" Target="/ppt/notesMasters/notesMaster1.xml" Id="R0f6cdfb1587a49e7" /></Relationships>
</file>

<file path=ppt/notesSlides/_rels/notesSlide9.xml.rels>&#65279;<?xml version="1.0" encoding="utf-8"?><Relationships xmlns="http://schemas.openxmlformats.org/package/2006/relationships"><Relationship Type="http://schemas.openxmlformats.org/officeDocument/2006/relationships/slide" Target="/ppt/slides/slide9.xml" Id="R5bfb6729073e4915" /><Relationship Type="http://schemas.openxmlformats.org/officeDocument/2006/relationships/notesMaster" Target="/ppt/notesMasters/notesMaster1.xml" Id="Rbf0408ef16cb4fc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0:30</a:t>
            </a:r>
          </a:p>
          <a:p xmlns:a="http://schemas.openxmlformats.org/drawingml/2006/main">
            <a:r>
              <a:t/>
            </a:r>
          </a:p>
          <a:p xmlns:a="http://schemas.openxmlformats.org/drawingml/2006/main">
            <a:r>
              <a:t>발표자 메모</a:t>
            </a:r>
          </a:p>
          <a:p xmlns:a="http://schemas.openxmlformats.org/drawingml/2006/main">
            <a:r>
              <a:t>안녕하세요. True or Not은 인터넷에서 본 주장을 원문 자료와 함께 확인하는 팩트체크 서비스입니다. 서비스가 필요한 이유부터 에이전트가 일하는 방식, 실제 화면 시연, 현재 구현 범위 순으로 소개하겠습니다. 발표는 약 12분 30초, 질문을 포함해 15분 안에 마치겠습니다.</a:t>
            </a:r>
          </a:p>
          <a:p xmlns:a="http://schemas.openxmlformats.org/drawingml/2006/main">
            <a:r>
              <a:t/>
            </a:r>
          </a:p>
          <a:p xmlns:a="http://schemas.openxmlformats.org/drawingml/2006/main">
            <a:r>
              <a:t>근거 자료: docs/기획서.md; docs/아키텍처.md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1:15</a:t>
            </a:r>
          </a:p>
          <a:p xmlns:a="http://schemas.openxmlformats.org/drawingml/2006/main">
            <a:r>
              <a:t/>
            </a:r>
          </a:p>
          <a:p xmlns:a="http://schemas.openxmlformats.org/drawingml/2006/main">
            <a:r>
              <a:t>발표자 메모</a:t>
            </a:r>
          </a:p>
          <a:p xmlns:a="http://schemas.openxmlformats.org/drawingml/2006/main">
            <a:r>
              <a:t>온라인 문장에는 사실과 의견이 섞여 있고, 같은 자료를 여러 사이트가 다시 인용하기도 합니다. 날짜나 비교 조건이 다르면 검색 결과만 읽고 맞다고 판단하기 쉽습니다. 이 서비스는 문장을 주장 단위로 나누고, 그 주장을 실제로 뒷받침하는 원문이 있는지 보여주는 데 초점을 둡니다.</a:t>
            </a:r>
          </a:p>
          <a:p xmlns:a="http://schemas.openxmlformats.org/drawingml/2006/main">
            <a:r>
              <a:t/>
            </a:r>
          </a:p>
          <a:p xmlns:a="http://schemas.openxmlformats.org/drawingml/2006/main">
            <a:r>
              <a:t>근거 자료: docs/기획서.md: 제품 목적·대상과 활용 상황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1:15</a:t>
            </a:r>
          </a:p>
          <a:p xmlns:a="http://schemas.openxmlformats.org/drawingml/2006/main">
            <a:r>
              <a:t/>
            </a:r>
          </a:p>
          <a:p xmlns:a="http://schemas.openxmlformats.org/drawingml/2006/main">
            <a:r>
              <a:t>발표자 메모</a:t>
            </a:r>
          </a:p>
          <a:p xmlns:a="http://schemas.openxmlformats.org/drawingml/2006/main">
            <a:r>
              <a:t>사용자는 문장이나 링크를 넣습니다. 시스템은 최대 세 개의 확인 가능한 주장을 뽑고, 최대 여섯 개의 자료를 읽은 뒤 인용이 원문에 실제로 있는지 확인합니다. 일반 챗봇보다 정확하다고 단정하기보다, 이 서비스의 차이는 주장과 근거를 연결해 사용자가 직접 확인하도록 돕는 흐름이 화면에 있다는 점이라고 설명하겠습니다.</a:t>
            </a:r>
          </a:p>
          <a:p xmlns:a="http://schemas.openxmlformats.org/drawingml/2006/main">
            <a:r>
              <a:t/>
            </a:r>
          </a:p>
          <a:p xmlns:a="http://schemas.openxmlformats.org/drawingml/2006/main">
            <a:r>
              <a:t>근거 자료: docs/아키텍처.md: 검증 그래프·제한과 스트림; docs/기획서.md: 제공하는 흐름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1:40</a:t>
            </a:r>
          </a:p>
          <a:p xmlns:a="http://schemas.openxmlformats.org/drawingml/2006/main">
            <a:r>
              <a:t/>
            </a:r>
          </a:p>
          <a:p xmlns:a="http://schemas.openxmlformats.org/drawingml/2006/main">
            <a:r>
              <a:t>발표자 메모</a:t>
            </a:r>
          </a:p>
          <a:p xmlns:a="http://schemas.openxmlformats.org/drawingml/2006/main">
            <a:r>
              <a:t>여기서 에이전트는 어려운 말로 생각할 필요 없습니다. 입력을 보고 검색 도구를 이용하고, 원문을 읽고, 인용이 맞는지 확인하는 순서로 움직이는 프로그램입니다. 검색은 Tavily 설정이 있으면 쓰고, 사용할 수 없으면 모델 웹검색으로 넘어갑니다. 원문 접근 실패나 인용 거절처럼 정해진 조건이 있을 때만 최대 한 번 다시 검색합니다. 모든 근거 부족이나 오류에서 무조건 반복하지는 않습니다.</a:t>
            </a:r>
          </a:p>
          <a:p xmlns:a="http://schemas.openxmlformats.org/drawingml/2006/main">
            <a:r>
              <a:t/>
            </a:r>
          </a:p>
          <a:p xmlns:a="http://schemas.openxmlformats.org/drawingml/2006/main">
            <a:r>
              <a:t>근거 자료: docs/아키텍처.md: 검증 그래프·최대 1회 재탐색·API와 계약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1:20</a:t>
            </a:r>
          </a:p>
          <a:p xmlns:a="http://schemas.openxmlformats.org/drawingml/2006/main">
            <a:r>
              <a:t/>
            </a:r>
          </a:p>
          <a:p xmlns:a="http://schemas.openxmlformats.org/drawingml/2006/main">
            <a:r>
              <a:t>발표자 메모</a:t>
            </a:r>
          </a:p>
          <a:p xmlns:a="http://schemas.openxmlformats.org/drawingml/2006/main">
            <a:r>
              <a:t>화면에서는 전체 요약만 보지 말고 주장별 판정과 연결된 원문 인용을 함께 봅니다. 판정 점수 0에서 100은 진실일 확률이나 서비스 정확도 점수가 아닙니다. 판정과 별도로 읽어야 합니다. 여러 출처가 같은 원문을 반복했을 수 있기 때문에 출처 숫자만으로 독립 검증을 의미하지도 않습니다. 검색 결과의 요약은 직접 인용 근거로 취급하지 않습니다.</a:t>
            </a:r>
          </a:p>
          <a:p xmlns:a="http://schemas.openxmlformats.org/drawingml/2006/main">
            <a:r>
              <a:t/>
            </a:r>
          </a:p>
          <a:p xmlns:a="http://schemas.openxmlformats.org/drawingml/2006/main">
            <a:r>
              <a:t>근거 자료: docs/아키텍처.md: 판정 코드·점수 밴드·출처; docs/기획서.md: 제품 목적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3:00</a:t>
            </a:r>
          </a:p>
          <a:p xmlns:a="http://schemas.openxmlformats.org/drawingml/2006/main">
            <a:r>
              <a:t/>
            </a:r>
          </a:p>
          <a:p xmlns:a="http://schemas.openxmlformats.org/drawingml/2006/main">
            <a:r>
              <a:t>발표자 메모</a:t>
            </a:r>
          </a:p>
          <a:p xmlns:a="http://schemas.openxmlformats.org/drawingml/2006/main">
            <a:r>
              <a:t>시연 대본: 먼저 동의 창에서 외부 전송 안내를 보여줍니다. 이미 동의한 상태면 이 단계는 빠르게 설명합니다. 입력창에 ‘대한민국의 수도는 서울이다.’를 넣고 확인 요청을 실행합니다. 화면의 추출, 검색, 읽기, 검증 진행 상태를 짚습니다. 결과가 나오면 주장 판정과 실제 인용을 한 줄씩 비교하고, 출처 링크를 열어봅니다. 어떤 판정이 나올지는 실시간 검색 결과에 따라 달라질 수 있으므로 미리 결과를 단정하지 않습니다. 준비 때 이 요청이 실제 동작하는지 확인하고, 시연 당일 느리거나 실패하면 합성 데모 데이터를 보여주되 반드시 ‘시연용 합성 예시’라고 말합니다. 합성 예시를 실시간 검색 성공처럼 설명하지 않습니다. 질문이 ‘왜 느린가’라면 현재 응답은 외부 검색·원문 읽기·모델 호출이 포함될 수 있고, 짧은 질문의 속도 개선 코드는 작업 중이며 아직 미검증이라고 답합니다.</a:t>
            </a:r>
          </a:p>
          <a:p xmlns:a="http://schemas.openxmlformats.org/drawingml/2006/main">
            <a:r>
              <a:t/>
            </a:r>
          </a:p>
          <a:p xmlns:a="http://schemas.openxmlformats.org/drawingml/2006/main">
            <a:r>
              <a:t>근거 자료: docs/기획서.md: 제공하는 흐름; docs/아키텍처.md: NDJSON·제한과 스트림; scripts/qa_cases.json: E01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1:15</a:t>
            </a:r>
          </a:p>
          <a:p xmlns:a="http://schemas.openxmlformats.org/drawingml/2006/main">
            <a:r>
              <a:t/>
            </a:r>
          </a:p>
          <a:p xmlns:a="http://schemas.openxmlformats.org/drawingml/2006/main">
            <a:r>
              <a:t>발표자 메모</a:t>
            </a:r>
          </a:p>
          <a:p xmlns:a="http://schemas.openxmlformats.org/drawingml/2006/main">
            <a:r>
              <a:t>구조를 간단히 보면 브라우저가 서버 프록시를 거쳐 FastAPI·LangGraph 백엔드로 요청을 보냅니다. 백엔드는 검색과 모델을 호출하고 페이지 원문을 받아 검증합니다. 제공자 키는 브라우저가 아니라 서버에 둡니다. 외부 처리 동의와 대화 저장 동의는 서로 다른 선택이며, 저장 동의는 기본 꺼짐입니다. 이 구조 설명이 모든 외부 공급자의 보존 정책까지 없다는 뜻은 아닙니다.</a:t>
            </a:r>
          </a:p>
          <a:p xmlns:a="http://schemas.openxmlformats.org/drawingml/2006/main">
            <a:r>
              <a:t/>
            </a:r>
          </a:p>
          <a:p xmlns:a="http://schemas.openxmlformats.org/drawingml/2006/main">
            <a:r>
              <a:t>근거 자료: docs/아키텍처.md: 구성과 모델·데이터·운영 경계; backend/README.md: 대화 저장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1:20</a:t>
            </a:r>
          </a:p>
          <a:p xmlns:a="http://schemas.openxmlformats.org/drawingml/2006/main">
            <a:r>
              <a:t/>
            </a:r>
          </a:p>
          <a:p xmlns:a="http://schemas.openxmlformats.org/drawingml/2006/main">
            <a:r>
              <a:t>발표자 메모</a:t>
            </a:r>
          </a:p>
          <a:p xmlns:a="http://schemas.openxmlformats.org/drawingml/2006/main">
            <a:r>
              <a:t>현재 문서상 주장 추출, 검색, 원문 읽기, 인용 확인, 제한된 재검색, 동의 흐름과 대화 저장은 구현된 범위입니다. 다만 실제 Render 공개 배포와 원격 전체 검증, 공개 사용자의 호출 한도·보관 정책은 별도 과제로 남아 있습니다. 또 최근 사용자가 겪은 간단한 날짜 질문 지연을 줄이는 빠른 경로가 로컬 변경분에 보이지만 미커밋 상태이고 테스트도 실행하지 않았습니다. 발표에서는 완료 기능이 아니라 실험 중 개선이라고 표시합니다.</a:t>
            </a:r>
          </a:p>
          <a:p xmlns:a="http://schemas.openxmlformats.org/drawingml/2006/main">
            <a:r>
              <a:t/>
            </a:r>
          </a:p>
          <a:p xmlns:a="http://schemas.openxmlformats.org/drawingml/2006/main">
            <a:r>
              <a:t>근거 자료: docs/작업현황.md; docs/배포.md; docs/아키텍처.md; 현재 작업 트리의 backend/extraction.py 및 backend/tests/test_runtime.py 미커밋 변경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0:55</a:t>
            </a:r>
          </a:p>
          <a:p xmlns:a="http://schemas.openxmlformats.org/drawingml/2006/main">
            <a:r>
              <a:t/>
            </a:r>
          </a:p>
          <a:p xmlns:a="http://schemas.openxmlformats.org/drawingml/2006/main">
            <a:r>
              <a:t>발표자 메모</a:t>
            </a:r>
          </a:p>
          <a:p xmlns:a="http://schemas.openxmlformats.org/drawingml/2006/main">
            <a:r>
              <a:t>마지막으로 True or Not은 AI의 판정을 무조건 믿게 하는 도구가 아니라, 어떤 주장을 어떤 원문이 어느 범위까지 뒷받침하는지 확인하도록 돕는 서비스입니다. 제 담당은 프론트·프록시에서 동의와 상태를 보여주는 부분, Render 배포, 그리고 오늘처럼 서비스 전체 발표와 시연입니다. 현재 배포 상태는 최신 확인을 거쳐 사실대로 설명하겠습니다. 감사합니다. 질문 받겠습니다.</a:t>
            </a:r>
          </a:p>
          <a:p xmlns:a="http://schemas.openxmlformats.org/drawingml/2006/main">
            <a:r>
              <a:t/>
            </a:r>
          </a:p>
          <a:p xmlns:a="http://schemas.openxmlformats.org/drawingml/2006/main">
            <a:r>
              <a:t>근거 자료: docs/기획서.md; docs/아키텍처.md; docs/배포.md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fef9a1cff794d4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44674a895734296" /><Relationship Type="http://schemas.openxmlformats.org/officeDocument/2006/relationships/slideLayout" Target="/ppt/slideLayouts/slideLayout1.xml" Id="R8c068d978bf444d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c068d978bf444d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a906e4a7e7d4a06" /><Relationship Type="http://schemas.openxmlformats.org/officeDocument/2006/relationships/notesSlide" Target="/ppt/notesSlides/notesSlide1.xml" Id="R3f14c6a48c84459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0a0a7a97ec54294" /><Relationship Type="http://schemas.openxmlformats.org/officeDocument/2006/relationships/notesSlide" Target="/ppt/notesSlides/notesSlide2.xml" Id="Rce74994a2aa24eb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5f4fc5bbd3e4d4e" /><Relationship Type="http://schemas.openxmlformats.org/officeDocument/2006/relationships/notesSlide" Target="/ppt/notesSlides/notesSlide3.xml" Id="R3dd79b3d7ac0458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33f2e509e1745eb" /><Relationship Type="http://schemas.openxmlformats.org/officeDocument/2006/relationships/notesSlide" Target="/ppt/notesSlides/notesSlide4.xml" Id="Rc17797a63d9c4bf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ebf3df1850349ce" /><Relationship Type="http://schemas.openxmlformats.org/officeDocument/2006/relationships/notesSlide" Target="/ppt/notesSlides/notesSlide5.xml" Id="Raff2895fcfe64a3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6ad469a88034162" /><Relationship Type="http://schemas.openxmlformats.org/officeDocument/2006/relationships/notesSlide" Target="/ppt/notesSlides/notesSlide6.xml" Id="R4ff238ef306a465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31a84db6c2b4576" /><Relationship Type="http://schemas.openxmlformats.org/officeDocument/2006/relationships/notesSlide" Target="/ppt/notesSlides/notesSlide7.xml" Id="R072f102bd363431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6bccd9d19024b43" /><Relationship Type="http://schemas.openxmlformats.org/officeDocument/2006/relationships/notesSlide" Target="/ppt/notesSlides/notesSlide8.xml" Id="R482db91bb7e545a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c112c5fb6424e75" /><Relationship Type="http://schemas.openxmlformats.org/officeDocument/2006/relationships/notesSlide" Target="/ppt/notesSlides/notesSlide9.xml" Id="R07397a73dca74ee4" /></Relationships>
</file>

<file path=ppt/slides/slide1.xml><?xml version="1.0" encoding="utf-8"?>
<p:sld xmlns:p="http://schemas.openxmlformats.org/presentationml/2006/main">
  <p:cSld>
    <p:bg>
      <p:bgPr>
        <a:solidFill xmlns:a="http://schemas.openxmlformats.org/drawingml/2006/main">
          <a:srgbClr val="10191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91590A0-3C4E-4688-B3F3-CA31474CF2D2}"/>
              </a:ext>
            </a:extLst>
          </p:cNvPr>
          <p:cNvSpPr>
            <a:spLocks xmlns:a="http://schemas.openxmlformats.org/drawingml/2006/main" noGrp="1"/>
          </p:cNvSpPr>
          <p:nvPr/>
        </p:nvSpPr>
        <p:spPr>
          <a:xfrm xmlns:a="http://schemas.openxmlformats.org/drawingml/2006/main">
            <a:off x="876300" y="876300"/>
            <a:ext cx="990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875" b="1">
                <a:solidFill>
                  <a:srgbClr val="8FD0C6"/>
                </a:solidFill>
                <a:latin typeface="Malgun Gothic"/>
                <a:ea typeface="Malgun Gothic"/>
                <a:cs typeface="Malgun Gothic"/>
              </a:defRPr>
            </a:pPr>
            <a:r>
              <a:rPr sz="1875" b="1">
                <a:solidFill>
                  <a:srgbClr val="8FD0C6"/>
                </a:solidFill>
                <a:latin typeface="Malgun Gothic"/>
                <a:ea typeface="Malgun Gothic"/>
                <a:cs typeface="Malgun Gothic"/>
              </a:rPr>
              <a:t>TRUE OR NOT</a:t>
            </a:r>
          </a:p>
        </p:txBody>
      </p:sp>
      <p:sp>
        <p:nvSpPr>
          <p:cNvPr id="2" name="">
            <a:extLst xmlns:a="http://schemas.openxmlformats.org/drawingml/2006/main">
              <a:ext uri="{FF2B5EF4-FFF2-40B4-BE49-F238E27FC236}">
                <a16:creationId xmlns:a16="http://schemas.microsoft.com/office/drawing/2014/main" id="{89F24D5B-4BCF-469A-B654-8FE781B15FDB}"/>
              </a:ext>
            </a:extLst>
          </p:cNvPr>
          <p:cNvSpPr>
            <a:spLocks xmlns:a="http://schemas.openxmlformats.org/drawingml/2006/main" noGrp="1"/>
          </p:cNvSpPr>
          <p:nvPr/>
        </p:nvSpPr>
        <p:spPr>
          <a:xfrm xmlns:a="http://schemas.openxmlformats.org/drawingml/2006/main">
            <a:off x="876300" y="1809750"/>
            <a:ext cx="9906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4350" b="1">
                <a:solidFill>
                  <a:srgbClr val="FFFFFF"/>
                </a:solidFill>
                <a:latin typeface="Malgun Gothic"/>
                <a:ea typeface="Malgun Gothic"/>
                <a:cs typeface="Malgun Gothic"/>
              </a:defRPr>
            </a:pPr>
            <a:r>
              <a:rPr sz="4350" b="1">
                <a:solidFill>
                  <a:srgbClr val="FFFFFF"/>
                </a:solidFill>
                <a:latin typeface="Malgun Gothic"/>
                <a:ea typeface="Malgun Gothic"/>
                <a:cs typeface="Malgun Gothic"/>
              </a:rPr>
              <a:t>원문 근거로 확인하는</a:t>
            </a:r>
          </a:p>
          <a:p xmlns:a="http://schemas.openxmlformats.org/drawingml/2006/main">
            <a:pPr>
              <a:buNone/>
              <a:defRPr sz="4350" b="1">
                <a:solidFill>
                  <a:srgbClr val="FFFFFF"/>
                </a:solidFill>
                <a:latin typeface="Malgun Gothic"/>
                <a:ea typeface="Malgun Gothic"/>
                <a:cs typeface="Malgun Gothic"/>
              </a:defRPr>
            </a:pPr>
            <a:r>
              <a:rPr sz="4350" b="1">
                <a:solidFill>
                  <a:srgbClr val="FFFFFF"/>
                </a:solidFill>
                <a:latin typeface="Malgun Gothic"/>
                <a:ea typeface="Malgun Gothic"/>
                <a:cs typeface="Malgun Gothic"/>
              </a:rPr>
              <a:t>생활형 팩트체크 에이전트</a:t>
            </a:r>
          </a:p>
        </p:txBody>
      </p:sp>
      <p:sp>
        <p:nvSpPr>
          <p:cNvPr id="3" name="">
            <a:extLst xmlns:a="http://schemas.openxmlformats.org/drawingml/2006/main">
              <a:ext uri="{FF2B5EF4-FFF2-40B4-BE49-F238E27FC236}">
                <a16:creationId xmlns:a16="http://schemas.microsoft.com/office/drawing/2014/main" id="{CD4A63C6-12DF-4E63-BF98-068B7506D129}"/>
              </a:ext>
            </a:extLst>
          </p:cNvPr>
          <p:cNvSpPr>
            <a:spLocks xmlns:a="http://schemas.openxmlformats.org/drawingml/2006/main" noGrp="1"/>
          </p:cNvSpPr>
          <p:nvPr/>
        </p:nvSpPr>
        <p:spPr>
          <a:xfrm xmlns:a="http://schemas.openxmlformats.org/drawingml/2006/main">
            <a:off x="914400" y="4057650"/>
            <a:ext cx="895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025" b="0">
                <a:solidFill>
                  <a:srgbClr val="C4D2D2"/>
                </a:solidFill>
                <a:latin typeface="Malgun Gothic"/>
                <a:ea typeface="Malgun Gothic"/>
                <a:cs typeface="Malgun Gothic"/>
              </a:defRPr>
            </a:pPr>
            <a:r>
              <a:rPr sz="2025" b="0">
                <a:solidFill>
                  <a:srgbClr val="C4D2D2"/>
                </a:solidFill>
                <a:latin typeface="Malgun Gothic"/>
                <a:ea typeface="Malgun Gothic"/>
                <a:cs typeface="Malgun Gothic"/>
              </a:rPr>
              <a:t>서비스 소개 · 에이전트 흐름 · 실제 화면 시연</a:t>
            </a:r>
          </a:p>
        </p:txBody>
      </p:sp>
      <p:sp>
        <p:nvSpPr>
          <p:cNvPr id="4" name="">
            <a:extLst xmlns:a="http://schemas.openxmlformats.org/drawingml/2006/main">
              <a:ext uri="{FF2B5EF4-FFF2-40B4-BE49-F238E27FC236}">
                <a16:creationId xmlns:a16="http://schemas.microsoft.com/office/drawing/2014/main" id="{409C63FB-F5F7-43CA-B428-22F13807F995}"/>
              </a:ext>
            </a:extLst>
          </p:cNvPr>
          <p:cNvSpPr>
            <a:spLocks xmlns:a="http://schemas.openxmlformats.org/drawingml/2006/main" noGrp="1"/>
          </p:cNvSpPr>
          <p:nvPr/>
        </p:nvSpPr>
        <p:spPr>
          <a:xfrm xmlns:a="http://schemas.openxmlformats.org/drawingml/2006/main">
            <a:off x="914400" y="5676900"/>
            <a:ext cx="895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500" b="0">
                <a:solidFill>
                  <a:srgbClr val="8FD0C6"/>
                </a:solidFill>
                <a:latin typeface="Arial"/>
                <a:ea typeface="Arial"/>
                <a:cs typeface="Arial"/>
              </a:defRPr>
            </a:pPr>
            <a:r>
              <a:rPr sz="1500" b="0">
                <a:solidFill>
                  <a:srgbClr val="8FD0C6"/>
                </a:solidFill>
                <a:latin typeface="Arial"/>
                <a:ea typeface="Arial"/>
                <a:cs typeface="Arial"/>
              </a:rPr>
              <a:t/>
            </a:r>
          </a:p>
        </p:txBody>
      </p:sp>
    </p:spTree>
    <p:extLst>
      <p:ext uri="{BB962C8B-B14F-4D97-AF65-F5344CB8AC3E}">
        <p14:creationId xmlns:p14="http://schemas.microsoft.com/office/powerpoint/2010/main" val="1205015505"/>
      </p:ext>
    </p:extLst>
  </p:cSld>
</p:sld>
</file>

<file path=ppt/slides/slide2.xml><?xml version="1.0" encoding="utf-8"?>
<p:sld xmlns:p="http://schemas.openxmlformats.org/presentationml/2006/main">
  <p:cSld>
    <p:bg>
      <p:bgPr>
        <a:solidFill xmlns:a="http://schemas.openxmlformats.org/drawingml/2006/main">
          <a:srgbClr val="F4F6F3"/>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17471F3-2478-4B8C-A9F5-A31DB80A5DF6}"/>
              </a:ext>
            </a:extLst>
          </p:cNvPr>
          <p:cNvSpPr>
            <a:spLocks xmlns:a="http://schemas.openxmlformats.org/drawingml/2006/main" noGrp="1"/>
          </p:cNvSpPr>
          <p:nvPr/>
        </p:nvSpPr>
        <p:spPr>
          <a:xfrm xmlns:a="http://schemas.openxmlformats.org/drawingml/2006/main">
            <a:off x="685800" y="4572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3300" b="1">
                <a:solidFill>
                  <a:srgbClr val="182329"/>
                </a:solidFill>
                <a:latin typeface="Malgun Gothic"/>
                <a:ea typeface="Malgun Gothic"/>
                <a:cs typeface="Malgun Gothic"/>
              </a:defRPr>
            </a:pPr>
            <a:r>
              <a:rPr sz="3300" b="1">
                <a:solidFill>
                  <a:srgbClr val="182329"/>
                </a:solidFill>
                <a:latin typeface="Malgun Gothic"/>
                <a:ea typeface="Malgun Gothic"/>
                <a:cs typeface="Malgun Gothic"/>
              </a:rPr>
              <a:t>왜 주장을 따로 확인해야 할까요</a:t>
            </a:r>
          </a:p>
        </p:txBody>
      </p:sp>
      <p:sp>
        <p:nvSpPr>
          <p:cNvPr id="2" name="">
            <a:extLst xmlns:a="http://schemas.openxmlformats.org/drawingml/2006/main">
              <a:ext uri="{FF2B5EF4-FFF2-40B4-BE49-F238E27FC236}">
                <a16:creationId xmlns:a16="http://schemas.microsoft.com/office/drawing/2014/main" id="{294341AC-100D-4D24-A2F6-C3A5310C3C15}"/>
              </a:ext>
            </a:extLst>
          </p:cNvPr>
          <p:cNvSpPr>
            <a:spLocks xmlns:a="http://schemas.openxmlformats.org/drawingml/2006/main" noGrp="1"/>
          </p:cNvSpPr>
          <p:nvPr/>
        </p:nvSpPr>
        <p:spPr>
          <a:xfrm xmlns:a="http://schemas.openxmlformats.org/drawingml/2006/main">
            <a:off x="10858500" y="514350"/>
            <a:ext cx="609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1">
                <a:solidFill>
                  <a:srgbClr val="167C78"/>
                </a:solidFill>
                <a:latin typeface="Malgun Gothic"/>
                <a:ea typeface="Malgun Gothic"/>
                <a:cs typeface="Malgun Gothic"/>
              </a:defRPr>
            </a:pPr>
            <a:r>
              <a:rPr sz="1350" b="1">
                <a:solidFill>
                  <a:srgbClr val="167C78"/>
                </a:solidFill>
                <a:latin typeface="Malgun Gothic"/>
                <a:ea typeface="Malgun Gothic"/>
                <a:cs typeface="Malgun Gothic"/>
              </a:rPr>
              <a:t>02</a:t>
            </a:r>
          </a:p>
        </p:txBody>
      </p:sp>
      <p:sp>
        <p:nvSpPr>
          <p:cNvPr id="3" name="">
            <a:extLst xmlns:a="http://schemas.openxmlformats.org/drawingml/2006/main">
              <a:ext uri="{FF2B5EF4-FFF2-40B4-BE49-F238E27FC236}">
                <a16:creationId xmlns:a16="http://schemas.microsoft.com/office/drawing/2014/main" id="{841432A4-58F2-41EC-BD94-CE2A32CCBB60}"/>
              </a:ext>
            </a:extLst>
          </p:cNvPr>
          <p:cNvSpPr>
            <a:spLocks xmlns:a="http://schemas.openxmlformats.org/drawingml/2006/main" noGrp="1"/>
          </p:cNvSpPr>
          <p:nvPr/>
        </p:nvSpPr>
        <p:spPr>
          <a:xfrm xmlns:a="http://schemas.openxmlformats.org/drawingml/2006/main">
            <a:off x="685800" y="1257300"/>
            <a:ext cx="10820400" cy="0"/>
          </a:xfrm>
          <a:prstGeom xmlns:a="http://schemas.openxmlformats.org/drawingml/2006/main" prst="line">
            <a:avLst/>
          </a:prstGeom>
          <a:ln xmlns:a="http://schemas.openxmlformats.org/drawingml/2006/main" w="11430">
            <a:solidFill>
              <a:srgbClr val="CAD5D1"/>
            </a:solidFill>
          </a:ln>
        </p:spPr>
      </p:sp>
      <p:sp>
        <p:nvSpPr>
          <p:cNvPr id="4" name="">
            <a:extLst xmlns:a="http://schemas.openxmlformats.org/drawingml/2006/main">
              <a:ext uri="{FF2B5EF4-FFF2-40B4-BE49-F238E27FC236}">
                <a16:creationId xmlns:a16="http://schemas.microsoft.com/office/drawing/2014/main" id="{F5483AF5-08FA-4FBA-9C1F-B6545A8F53A4}"/>
              </a:ext>
            </a:extLst>
          </p:cNvPr>
          <p:cNvSpPr>
            <a:spLocks xmlns:a="http://schemas.openxmlformats.org/drawingml/2006/main" noGrp="1"/>
          </p:cNvSpPr>
          <p:nvPr/>
        </p:nvSpPr>
        <p:spPr>
          <a:xfrm xmlns:a="http://schemas.openxmlformats.org/drawingml/2006/main">
            <a:off x="857250" y="1657350"/>
            <a:ext cx="4857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439"/>
          </a:bodyPr>
          <a:lstStyle xmlns:a="http://schemas.openxmlformats.org/drawingml/2006/main"/>
          <a:p xmlns:a="http://schemas.openxmlformats.org/drawingml/2006/main">
            <a:pPr>
              <a:buNone/>
              <a:defRPr sz="2925" b="1">
                <a:solidFill>
                  <a:srgbClr val="182329"/>
                </a:solidFill>
                <a:latin typeface="Malgun Gothic"/>
                <a:ea typeface="Malgun Gothic"/>
                <a:cs typeface="Malgun Gothic"/>
              </a:defRPr>
            </a:pPr>
            <a:r>
              <a:rPr sz="2925" b="1">
                <a:solidFill>
                  <a:srgbClr val="182329"/>
                </a:solidFill>
                <a:latin typeface="Malgun Gothic"/>
                <a:ea typeface="Malgun Gothic"/>
                <a:cs typeface="Malgun Gothic"/>
              </a:rPr>
              <a:t>검색 결과가 많아도</a:t>
            </a:r>
          </a:p>
          <a:p xmlns:a="http://schemas.openxmlformats.org/drawingml/2006/main">
            <a:pPr>
              <a:buNone/>
              <a:defRPr sz="2925" b="1">
                <a:solidFill>
                  <a:srgbClr val="182329"/>
                </a:solidFill>
                <a:latin typeface="Malgun Gothic"/>
                <a:ea typeface="Malgun Gothic"/>
                <a:cs typeface="Malgun Gothic"/>
              </a:defRPr>
            </a:pPr>
            <a:r>
              <a:rPr sz="2925" b="1">
                <a:solidFill>
                  <a:srgbClr val="182329"/>
                </a:solidFill>
                <a:latin typeface="Malgun Gothic"/>
                <a:ea typeface="Malgun Gothic"/>
                <a:cs typeface="Malgun Gothic"/>
              </a:rPr>
              <a:t>질문에 답이 된다는 보장은 없습니다</a:t>
            </a:r>
          </a:p>
        </p:txBody>
      </p:sp>
      <p:sp>
        <p:nvSpPr>
          <p:cNvPr id="5" name="">
            <a:extLst xmlns:a="http://schemas.openxmlformats.org/drawingml/2006/main">
              <a:ext uri="{FF2B5EF4-FFF2-40B4-BE49-F238E27FC236}">
                <a16:creationId xmlns:a16="http://schemas.microsoft.com/office/drawing/2014/main" id="{2E8B20A3-ED87-4686-B6EF-EE31D2786AFE}"/>
              </a:ext>
            </a:extLst>
          </p:cNvPr>
          <p:cNvSpPr>
            <a:spLocks xmlns:a="http://schemas.openxmlformats.org/drawingml/2006/main" noGrp="1"/>
          </p:cNvSpPr>
          <p:nvPr/>
        </p:nvSpPr>
        <p:spPr>
          <a:xfrm xmlns:a="http://schemas.openxmlformats.org/drawingml/2006/main">
            <a:off x="857250" y="3476625"/>
            <a:ext cx="49530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875" b="0">
                <a:solidFill>
                  <a:srgbClr val="5C6B70"/>
                </a:solidFill>
                <a:latin typeface="Malgun Gothic"/>
                <a:ea typeface="Malgun Gothic"/>
                <a:cs typeface="Malgun Gothic"/>
              </a:defRPr>
            </a:pPr>
            <a:r>
              <a:rPr sz="1875" b="0">
                <a:solidFill>
                  <a:srgbClr val="5C6B70"/>
                </a:solidFill>
                <a:latin typeface="Malgun Gothic"/>
                <a:ea typeface="Malgun Gothic"/>
                <a:cs typeface="Malgun Gothic"/>
              </a:rPr>
              <a:t>기사 날짜가 오래됐을 수 있습니다.</a:t>
            </a:r>
          </a:p>
          <a:p xmlns:a="http://schemas.openxmlformats.org/drawingml/2006/main">
            <a:pPr>
              <a:buNone/>
              <a:defRPr sz="1875" b="0">
                <a:solidFill>
                  <a:srgbClr val="5C6B70"/>
                </a:solidFill>
                <a:latin typeface="Malgun Gothic"/>
                <a:ea typeface="Malgun Gothic"/>
                <a:cs typeface="Malgun Gothic"/>
              </a:defRPr>
            </a:pPr>
            <a:r>
              <a:rPr sz="1875" b="0">
                <a:solidFill>
                  <a:srgbClr val="5C6B70"/>
                </a:solidFill>
                <a:latin typeface="Malgun Gothic"/>
                <a:ea typeface="Malgun Gothic"/>
                <a:cs typeface="Malgun Gothic"/>
              </a:rPr>
              <a:t>같은 발표를 여러 매체가 반복했을 수 있습니다.</a:t>
            </a:r>
          </a:p>
          <a:p xmlns:a="http://schemas.openxmlformats.org/drawingml/2006/main">
            <a:pPr>
              <a:buNone/>
              <a:defRPr sz="1875" b="0">
                <a:solidFill>
                  <a:srgbClr val="5C6B70"/>
                </a:solidFill>
                <a:latin typeface="Malgun Gothic"/>
                <a:ea typeface="Malgun Gothic"/>
                <a:cs typeface="Malgun Gothic"/>
              </a:defRPr>
            </a:pPr>
            <a:r>
              <a:rPr sz="1875" b="0">
                <a:solidFill>
                  <a:srgbClr val="5C6B70"/>
                </a:solidFill>
                <a:latin typeface="Malgun Gothic"/>
                <a:ea typeface="Malgun Gothic"/>
                <a:cs typeface="Malgun Gothic"/>
              </a:rPr>
              <a:t>숫자와 비교 기간이 서로 다를 수 있습니다.</a:t>
            </a:r>
          </a:p>
        </p:txBody>
      </p:sp>
      <p:sp>
        <p:nvSpPr>
          <p:cNvPr id="6" name="">
            <a:extLst xmlns:a="http://schemas.openxmlformats.org/drawingml/2006/main">
              <a:ext uri="{FF2B5EF4-FFF2-40B4-BE49-F238E27FC236}">
                <a16:creationId xmlns:a16="http://schemas.microsoft.com/office/drawing/2014/main" id="{81AB0C09-A2F6-42D5-8564-65F131AE7388}"/>
              </a:ext>
            </a:extLst>
          </p:cNvPr>
          <p:cNvSpPr>
            <a:spLocks xmlns:a="http://schemas.openxmlformats.org/drawingml/2006/main" noGrp="1"/>
          </p:cNvSpPr>
          <p:nvPr/>
        </p:nvSpPr>
        <p:spPr>
          <a:xfrm xmlns:a="http://schemas.openxmlformats.org/drawingml/2006/main">
            <a:off x="6762750" y="180975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800" b="1">
                <a:solidFill>
                  <a:srgbClr val="167C78"/>
                </a:solidFill>
                <a:latin typeface="Malgun Gothic"/>
                <a:ea typeface="Malgun Gothic"/>
                <a:cs typeface="Malgun Gothic"/>
              </a:defRPr>
            </a:pPr>
            <a:r>
              <a:rPr sz="1800" b="1">
                <a:solidFill>
                  <a:srgbClr val="167C78"/>
                </a:solidFill>
                <a:latin typeface="Malgun Gothic"/>
                <a:ea typeface="Malgun Gothic"/>
                <a:cs typeface="Malgun Gothic"/>
              </a:rPr>
              <a:t>그래서 필요한 것</a:t>
            </a:r>
          </a:p>
        </p:txBody>
      </p:sp>
      <p:sp>
        <p:nvSpPr>
          <p:cNvPr id="7" name="">
            <a:extLst xmlns:a="http://schemas.openxmlformats.org/drawingml/2006/main">
              <a:ext uri="{FF2B5EF4-FFF2-40B4-BE49-F238E27FC236}">
                <a16:creationId xmlns:a16="http://schemas.microsoft.com/office/drawing/2014/main" id="{301397AD-6005-4D54-BF5D-4B45BA9BC75C}"/>
              </a:ext>
            </a:extLst>
          </p:cNvPr>
          <p:cNvSpPr>
            <a:spLocks xmlns:a="http://schemas.openxmlformats.org/drawingml/2006/main" noGrp="1"/>
          </p:cNvSpPr>
          <p:nvPr/>
        </p:nvSpPr>
        <p:spPr>
          <a:xfrm xmlns:a="http://schemas.openxmlformats.org/drawingml/2006/main">
            <a:off x="6762750" y="2362200"/>
            <a:ext cx="4095750"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550" b="1">
                <a:solidFill>
                  <a:srgbClr val="182329"/>
                </a:solidFill>
                <a:latin typeface="Malgun Gothic"/>
                <a:ea typeface="Malgun Gothic"/>
                <a:cs typeface="Malgun Gothic"/>
              </a:defRPr>
            </a:pPr>
            <a:r>
              <a:rPr sz="2550" b="1">
                <a:solidFill>
                  <a:srgbClr val="182329"/>
                </a:solidFill>
                <a:latin typeface="Malgun Gothic"/>
                <a:ea typeface="Malgun Gothic"/>
                <a:cs typeface="Malgun Gothic"/>
              </a:rPr>
              <a:t>무슨 주장을</a:t>
            </a:r>
          </a:p>
          <a:p xmlns:a="http://schemas.openxmlformats.org/drawingml/2006/main">
            <a:pPr>
              <a:buNone/>
              <a:defRPr sz="2550" b="1">
                <a:solidFill>
                  <a:srgbClr val="182329"/>
                </a:solidFill>
                <a:latin typeface="Malgun Gothic"/>
                <a:ea typeface="Malgun Gothic"/>
                <a:cs typeface="Malgun Gothic"/>
              </a:defRPr>
            </a:pPr>
            <a:r>
              <a:rPr sz="2550" b="1">
                <a:solidFill>
                  <a:srgbClr val="182329"/>
                </a:solidFill>
                <a:latin typeface="Malgun Gothic"/>
                <a:ea typeface="Malgun Gothic"/>
                <a:cs typeface="Malgun Gothic"/>
              </a:rPr>
              <a:t>어떤 원문이</a:t>
            </a:r>
          </a:p>
          <a:p xmlns:a="http://schemas.openxmlformats.org/drawingml/2006/main">
            <a:pPr>
              <a:buNone/>
              <a:defRPr sz="2550" b="1">
                <a:solidFill>
                  <a:srgbClr val="182329"/>
                </a:solidFill>
                <a:latin typeface="Malgun Gothic"/>
                <a:ea typeface="Malgun Gothic"/>
                <a:cs typeface="Malgun Gothic"/>
              </a:defRPr>
            </a:pPr>
            <a:r>
              <a:rPr sz="2550" b="1">
                <a:solidFill>
                  <a:srgbClr val="182329"/>
                </a:solidFill>
                <a:latin typeface="Malgun Gothic"/>
                <a:ea typeface="Malgun Gothic"/>
                <a:cs typeface="Malgun Gothic"/>
              </a:rPr>
              <a:t>어느 범위까지 뒷받침하는지</a:t>
            </a:r>
          </a:p>
        </p:txBody>
      </p:sp>
      <p:sp>
        <p:nvSpPr>
          <p:cNvPr id="8" name="">
            <a:extLst xmlns:a="http://schemas.openxmlformats.org/drawingml/2006/main">
              <a:ext uri="{FF2B5EF4-FFF2-40B4-BE49-F238E27FC236}">
                <a16:creationId xmlns:a16="http://schemas.microsoft.com/office/drawing/2014/main" id="{14DD5517-AA92-43AD-8BBD-6602D30FAED9}"/>
              </a:ext>
            </a:extLst>
          </p:cNvPr>
          <p:cNvSpPr>
            <a:spLocks xmlns:a="http://schemas.openxmlformats.org/drawingml/2006/main" noGrp="1"/>
          </p:cNvSpPr>
          <p:nvPr/>
        </p:nvSpPr>
        <p:spPr>
          <a:xfrm xmlns:a="http://schemas.openxmlformats.org/drawingml/2006/main">
            <a:off x="6762750" y="4724400"/>
            <a:ext cx="4191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725" b="0">
                <a:solidFill>
                  <a:srgbClr val="5C6B70"/>
                </a:solidFill>
                <a:latin typeface="Malgun Gothic"/>
                <a:ea typeface="Malgun Gothic"/>
                <a:cs typeface="Malgun Gothic"/>
              </a:defRPr>
            </a:pPr>
            <a:r>
              <a:rPr sz="1725" b="0">
                <a:solidFill>
                  <a:srgbClr val="5C6B70"/>
                </a:solidFill>
                <a:latin typeface="Malgun Gothic"/>
                <a:ea typeface="Malgun Gothic"/>
                <a:cs typeface="Malgun Gothic"/>
              </a:rPr>
              <a:t>결론과 함께 근거의 한계도 확인합니다.</a:t>
            </a:r>
          </a:p>
        </p:txBody>
      </p:sp>
    </p:spTree>
    <p:extLst>
      <p:ext uri="{BB962C8B-B14F-4D97-AF65-F5344CB8AC3E}">
        <p14:creationId xmlns:p14="http://schemas.microsoft.com/office/powerpoint/2010/main" val="1499013100"/>
      </p:ext>
    </p:extLst>
  </p:cSld>
</p:sld>
</file>

<file path=ppt/slides/slide3.xml><?xml version="1.0" encoding="utf-8"?>
<p:sld xmlns:p="http://schemas.openxmlformats.org/presentationml/2006/main">
  <p:cSld>
    <p:bg>
      <p:bgPr>
        <a:solidFill xmlns:a="http://schemas.openxmlformats.org/drawingml/2006/main">
          <a:srgbClr val="F4F6F3"/>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0FD09A07-3D12-427A-96CE-9C1939F3684A}"/>
              </a:ext>
            </a:extLst>
          </p:cNvPr>
          <p:cNvSpPr>
            <a:spLocks xmlns:a="http://schemas.openxmlformats.org/drawingml/2006/main" noGrp="1"/>
          </p:cNvSpPr>
          <p:nvPr/>
        </p:nvSpPr>
        <p:spPr>
          <a:xfrm xmlns:a="http://schemas.openxmlformats.org/drawingml/2006/main">
            <a:off x="685800" y="4572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3300" b="1">
                <a:solidFill>
                  <a:srgbClr val="182329"/>
                </a:solidFill>
                <a:latin typeface="Malgun Gothic"/>
                <a:ea typeface="Malgun Gothic"/>
                <a:cs typeface="Malgun Gothic"/>
              </a:defRPr>
            </a:pPr>
            <a:r>
              <a:rPr sz="3300" b="1">
                <a:solidFill>
                  <a:srgbClr val="182329"/>
                </a:solidFill>
                <a:latin typeface="Malgun Gothic"/>
                <a:ea typeface="Malgun Gothic"/>
                <a:cs typeface="Malgun Gothic"/>
              </a:rPr>
              <a:t>True or Not이 해주는 일</a:t>
            </a:r>
          </a:p>
        </p:txBody>
      </p:sp>
      <p:sp>
        <p:nvSpPr>
          <p:cNvPr id="2" name="">
            <a:extLst xmlns:a="http://schemas.openxmlformats.org/drawingml/2006/main">
              <a:ext uri="{FF2B5EF4-FFF2-40B4-BE49-F238E27FC236}">
                <a16:creationId xmlns:a16="http://schemas.microsoft.com/office/drawing/2014/main" id="{AA2CDAF6-CD50-4D47-9D22-7EA6AB8CC0D7}"/>
              </a:ext>
            </a:extLst>
          </p:cNvPr>
          <p:cNvSpPr>
            <a:spLocks xmlns:a="http://schemas.openxmlformats.org/drawingml/2006/main" noGrp="1"/>
          </p:cNvSpPr>
          <p:nvPr/>
        </p:nvSpPr>
        <p:spPr>
          <a:xfrm xmlns:a="http://schemas.openxmlformats.org/drawingml/2006/main">
            <a:off x="10858500" y="514350"/>
            <a:ext cx="609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1">
                <a:solidFill>
                  <a:srgbClr val="167C78"/>
                </a:solidFill>
                <a:latin typeface="Malgun Gothic"/>
                <a:ea typeface="Malgun Gothic"/>
                <a:cs typeface="Malgun Gothic"/>
              </a:defRPr>
            </a:pPr>
            <a:r>
              <a:rPr sz="1350" b="1">
                <a:solidFill>
                  <a:srgbClr val="167C78"/>
                </a:solidFill>
                <a:latin typeface="Malgun Gothic"/>
                <a:ea typeface="Malgun Gothic"/>
                <a:cs typeface="Malgun Gothic"/>
              </a:rPr>
              <a:t>03</a:t>
            </a:r>
          </a:p>
        </p:txBody>
      </p:sp>
      <p:sp>
        <p:nvSpPr>
          <p:cNvPr id="3" name="">
            <a:extLst xmlns:a="http://schemas.openxmlformats.org/drawingml/2006/main">
              <a:ext uri="{FF2B5EF4-FFF2-40B4-BE49-F238E27FC236}">
                <a16:creationId xmlns:a16="http://schemas.microsoft.com/office/drawing/2014/main" id="{3EBA5ACE-8326-4E53-BAD0-F8937E027C80}"/>
              </a:ext>
            </a:extLst>
          </p:cNvPr>
          <p:cNvSpPr>
            <a:spLocks xmlns:a="http://schemas.openxmlformats.org/drawingml/2006/main" noGrp="1"/>
          </p:cNvSpPr>
          <p:nvPr/>
        </p:nvSpPr>
        <p:spPr>
          <a:xfrm xmlns:a="http://schemas.openxmlformats.org/drawingml/2006/main">
            <a:off x="685800" y="1257300"/>
            <a:ext cx="10820400" cy="0"/>
          </a:xfrm>
          <a:prstGeom xmlns:a="http://schemas.openxmlformats.org/drawingml/2006/main" prst="line">
            <a:avLst/>
          </a:prstGeom>
          <a:ln xmlns:a="http://schemas.openxmlformats.org/drawingml/2006/main" w="11430">
            <a:solidFill>
              <a:srgbClr val="CAD5D1"/>
            </a:solidFill>
          </a:ln>
        </p:spPr>
      </p:sp>
      <p:sp>
        <p:nvSpPr>
          <p:cNvPr id="4" name="">
            <a:extLst xmlns:a="http://schemas.openxmlformats.org/drawingml/2006/main">
              <a:ext uri="{FF2B5EF4-FFF2-40B4-BE49-F238E27FC236}">
                <a16:creationId xmlns:a16="http://schemas.microsoft.com/office/drawing/2014/main" id="{524CA074-96E3-4222-948D-E36CF27489D3}"/>
              </a:ext>
            </a:extLst>
          </p:cNvPr>
          <p:cNvSpPr>
            <a:spLocks xmlns:a="http://schemas.openxmlformats.org/drawingml/2006/main" noGrp="1"/>
          </p:cNvSpPr>
          <p:nvPr/>
        </p:nvSpPr>
        <p:spPr>
          <a:xfrm xmlns:a="http://schemas.openxmlformats.org/drawingml/2006/main">
            <a:off x="762000" y="1847850"/>
            <a:ext cx="1428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667"/>
          </a:bodyPr>
          <a:lstStyle xmlns:a="http://schemas.openxmlformats.org/drawingml/2006/main"/>
          <a:p xmlns:a="http://schemas.openxmlformats.org/drawingml/2006/main">
            <a:pPr>
              <a:buNone/>
              <a:defRPr sz="3000" b="1">
                <a:solidFill>
                  <a:srgbClr val="167C78"/>
                </a:solidFill>
                <a:latin typeface="Malgun Gothic"/>
                <a:ea typeface="Malgun Gothic"/>
                <a:cs typeface="Malgun Gothic"/>
              </a:defRPr>
            </a:pPr>
            <a:r>
              <a:rPr sz="3000" b="1">
                <a:solidFill>
                  <a:srgbClr val="167C78"/>
                </a:solidFill>
                <a:latin typeface="Malgun Gothic"/>
                <a:ea typeface="Malgun Gothic"/>
                <a:cs typeface="Malgun Gothic"/>
              </a:rPr>
              <a:t>01</a:t>
            </a:r>
          </a:p>
        </p:txBody>
      </p:sp>
      <p:sp>
        <p:nvSpPr>
          <p:cNvPr id="5" name="">
            <a:extLst xmlns:a="http://schemas.openxmlformats.org/drawingml/2006/main">
              <a:ext uri="{FF2B5EF4-FFF2-40B4-BE49-F238E27FC236}">
                <a16:creationId xmlns:a16="http://schemas.microsoft.com/office/drawing/2014/main" id="{625BFCF4-4A29-4963-ADB4-8FC4238B3CDB}"/>
              </a:ext>
            </a:extLst>
          </p:cNvPr>
          <p:cNvSpPr>
            <a:spLocks xmlns:a="http://schemas.openxmlformats.org/drawingml/2006/main" noGrp="1"/>
          </p:cNvSpPr>
          <p:nvPr/>
        </p:nvSpPr>
        <p:spPr>
          <a:xfrm xmlns:a="http://schemas.openxmlformats.org/drawingml/2006/main">
            <a:off x="762000" y="26479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025" b="1">
                <a:solidFill>
                  <a:srgbClr val="182329"/>
                </a:solidFill>
                <a:latin typeface="Malgun Gothic"/>
                <a:ea typeface="Malgun Gothic"/>
                <a:cs typeface="Malgun Gothic"/>
              </a:defRPr>
            </a:pPr>
            <a:r>
              <a:rPr sz="2025" b="1">
                <a:solidFill>
                  <a:srgbClr val="182329"/>
                </a:solidFill>
                <a:latin typeface="Malgun Gothic"/>
                <a:ea typeface="Malgun Gothic"/>
                <a:cs typeface="Malgun Gothic"/>
              </a:rPr>
              <a:t>주장 입력</a:t>
            </a:r>
          </a:p>
        </p:txBody>
      </p:sp>
      <p:sp>
        <p:nvSpPr>
          <p:cNvPr id="6" name="">
            <a:extLst xmlns:a="http://schemas.openxmlformats.org/drawingml/2006/main">
              <a:ext uri="{FF2B5EF4-FFF2-40B4-BE49-F238E27FC236}">
                <a16:creationId xmlns:a16="http://schemas.microsoft.com/office/drawing/2014/main" id="{9C19418A-DF71-4A06-A0BB-C8B3E56750AA}"/>
              </a:ext>
            </a:extLst>
          </p:cNvPr>
          <p:cNvSpPr>
            <a:spLocks xmlns:a="http://schemas.openxmlformats.org/drawingml/2006/main" noGrp="1"/>
          </p:cNvSpPr>
          <p:nvPr/>
        </p:nvSpPr>
        <p:spPr>
          <a:xfrm xmlns:a="http://schemas.openxmlformats.org/drawingml/2006/main">
            <a:off x="762000" y="3200400"/>
            <a:ext cx="1762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75" b="0">
                <a:solidFill>
                  <a:srgbClr val="5C6B70"/>
                </a:solidFill>
                <a:latin typeface="Malgun Gothic"/>
                <a:ea typeface="Malgun Gothic"/>
                <a:cs typeface="Malgun Gothic"/>
              </a:defRPr>
            </a:pPr>
            <a:r>
              <a:rPr sz="1575" b="0">
                <a:solidFill>
                  <a:srgbClr val="5C6B70"/>
                </a:solidFill>
                <a:latin typeface="Malgun Gothic"/>
                <a:ea typeface="Malgun Gothic"/>
                <a:cs typeface="Malgun Gothic"/>
              </a:rPr>
              <a:t>텍스트 또는 링크</a:t>
            </a:r>
          </a:p>
        </p:txBody>
      </p:sp>
      <p:sp>
        <p:nvSpPr>
          <p:cNvPr id="7" name="">
            <a:extLst xmlns:a="http://schemas.openxmlformats.org/drawingml/2006/main">
              <a:ext uri="{FF2B5EF4-FFF2-40B4-BE49-F238E27FC236}">
                <a16:creationId xmlns:a16="http://schemas.microsoft.com/office/drawing/2014/main" id="{B23A7774-F8C8-44E8-BAF1-A4BE09A473ED}"/>
              </a:ext>
            </a:extLst>
          </p:cNvPr>
          <p:cNvSpPr>
            <a:spLocks xmlns:a="http://schemas.openxmlformats.org/drawingml/2006/main" noGrp="1"/>
          </p:cNvSpPr>
          <p:nvPr/>
        </p:nvSpPr>
        <p:spPr>
          <a:xfrm xmlns:a="http://schemas.openxmlformats.org/drawingml/2006/main">
            <a:off x="1876425" y="2114550"/>
            <a:ext cx="1162050" cy="0"/>
          </a:xfrm>
          <a:prstGeom xmlns:a="http://schemas.openxmlformats.org/drawingml/2006/main" prst="line">
            <a:avLst/>
          </a:prstGeom>
          <a:ln xmlns:a="http://schemas.openxmlformats.org/drawingml/2006/main" w="19050">
            <a:solidFill>
              <a:srgbClr val="CAD5D1"/>
            </a:solidFill>
          </a:ln>
        </p:spPr>
      </p:sp>
      <p:sp>
        <p:nvSpPr>
          <p:cNvPr id="8" name="">
            <a:extLst xmlns:a="http://schemas.openxmlformats.org/drawingml/2006/main">
              <a:ext uri="{FF2B5EF4-FFF2-40B4-BE49-F238E27FC236}">
                <a16:creationId xmlns:a16="http://schemas.microsoft.com/office/drawing/2014/main" id="{04D29971-A12A-4585-96A5-F0F37476F36A}"/>
              </a:ext>
            </a:extLst>
          </p:cNvPr>
          <p:cNvSpPr>
            <a:spLocks xmlns:a="http://schemas.openxmlformats.org/drawingml/2006/main" noGrp="1"/>
          </p:cNvSpPr>
          <p:nvPr/>
        </p:nvSpPr>
        <p:spPr>
          <a:xfrm xmlns:a="http://schemas.openxmlformats.org/drawingml/2006/main">
            <a:off x="3009900" y="1847850"/>
            <a:ext cx="1428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667"/>
          </a:bodyPr>
          <a:lstStyle xmlns:a="http://schemas.openxmlformats.org/drawingml/2006/main"/>
          <a:p xmlns:a="http://schemas.openxmlformats.org/drawingml/2006/main">
            <a:pPr>
              <a:buNone/>
              <a:defRPr sz="3000" b="1">
                <a:solidFill>
                  <a:srgbClr val="167C78"/>
                </a:solidFill>
                <a:latin typeface="Malgun Gothic"/>
                <a:ea typeface="Malgun Gothic"/>
                <a:cs typeface="Malgun Gothic"/>
              </a:defRPr>
            </a:pPr>
            <a:r>
              <a:rPr sz="3000" b="1">
                <a:solidFill>
                  <a:srgbClr val="167C78"/>
                </a:solidFill>
                <a:latin typeface="Malgun Gothic"/>
                <a:ea typeface="Malgun Gothic"/>
                <a:cs typeface="Malgun Gothic"/>
              </a:rPr>
              <a:t>02</a:t>
            </a:r>
          </a:p>
        </p:txBody>
      </p:sp>
      <p:sp>
        <p:nvSpPr>
          <p:cNvPr id="9" name="">
            <a:extLst xmlns:a="http://schemas.openxmlformats.org/drawingml/2006/main">
              <a:ext uri="{FF2B5EF4-FFF2-40B4-BE49-F238E27FC236}">
                <a16:creationId xmlns:a16="http://schemas.microsoft.com/office/drawing/2014/main" id="{D5786FA4-9915-4F11-AC11-A9F6F74254EF}"/>
              </a:ext>
            </a:extLst>
          </p:cNvPr>
          <p:cNvSpPr>
            <a:spLocks xmlns:a="http://schemas.openxmlformats.org/drawingml/2006/main" noGrp="1"/>
          </p:cNvSpPr>
          <p:nvPr/>
        </p:nvSpPr>
        <p:spPr>
          <a:xfrm xmlns:a="http://schemas.openxmlformats.org/drawingml/2006/main">
            <a:off x="3009900" y="26479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025" b="1">
                <a:solidFill>
                  <a:srgbClr val="182329"/>
                </a:solidFill>
                <a:latin typeface="Malgun Gothic"/>
                <a:ea typeface="Malgun Gothic"/>
                <a:cs typeface="Malgun Gothic"/>
              </a:defRPr>
            </a:pPr>
            <a:r>
              <a:rPr sz="2025" b="1">
                <a:solidFill>
                  <a:srgbClr val="182329"/>
                </a:solidFill>
                <a:latin typeface="Malgun Gothic"/>
                <a:ea typeface="Malgun Gothic"/>
                <a:cs typeface="Malgun Gothic"/>
              </a:rPr>
              <a:t>주장 나누기</a:t>
            </a:r>
          </a:p>
        </p:txBody>
      </p:sp>
      <p:sp>
        <p:nvSpPr>
          <p:cNvPr id="10" name="">
            <a:extLst xmlns:a="http://schemas.openxmlformats.org/drawingml/2006/main">
              <a:ext uri="{FF2B5EF4-FFF2-40B4-BE49-F238E27FC236}">
                <a16:creationId xmlns:a16="http://schemas.microsoft.com/office/drawing/2014/main" id="{3D35D869-3AB8-4D1C-81CD-F53CC0D881B7}"/>
              </a:ext>
            </a:extLst>
          </p:cNvPr>
          <p:cNvSpPr>
            <a:spLocks xmlns:a="http://schemas.openxmlformats.org/drawingml/2006/main" noGrp="1"/>
          </p:cNvSpPr>
          <p:nvPr/>
        </p:nvSpPr>
        <p:spPr>
          <a:xfrm xmlns:a="http://schemas.openxmlformats.org/drawingml/2006/main">
            <a:off x="3009900" y="3200400"/>
            <a:ext cx="1762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75" b="0">
                <a:solidFill>
                  <a:srgbClr val="5C6B70"/>
                </a:solidFill>
                <a:latin typeface="Malgun Gothic"/>
                <a:ea typeface="Malgun Gothic"/>
                <a:cs typeface="Malgun Gothic"/>
              </a:defRPr>
            </a:pPr>
            <a:r>
              <a:rPr sz="1575" b="0">
                <a:solidFill>
                  <a:srgbClr val="5C6B70"/>
                </a:solidFill>
                <a:latin typeface="Malgun Gothic"/>
                <a:ea typeface="Malgun Gothic"/>
                <a:cs typeface="Malgun Gothic"/>
              </a:rPr>
              <a:t>최대 3개까지</a:t>
            </a:r>
          </a:p>
        </p:txBody>
      </p:sp>
      <p:sp>
        <p:nvSpPr>
          <p:cNvPr id="11" name="">
            <a:extLst xmlns:a="http://schemas.openxmlformats.org/drawingml/2006/main">
              <a:ext uri="{FF2B5EF4-FFF2-40B4-BE49-F238E27FC236}">
                <a16:creationId xmlns:a16="http://schemas.microsoft.com/office/drawing/2014/main" id="{82C4011B-A661-4B89-BC3A-380AAF4EC0D0}"/>
              </a:ext>
            </a:extLst>
          </p:cNvPr>
          <p:cNvSpPr>
            <a:spLocks xmlns:a="http://schemas.openxmlformats.org/drawingml/2006/main" noGrp="1"/>
          </p:cNvSpPr>
          <p:nvPr/>
        </p:nvSpPr>
        <p:spPr>
          <a:xfrm xmlns:a="http://schemas.openxmlformats.org/drawingml/2006/main">
            <a:off x="4124325" y="2114550"/>
            <a:ext cx="1162050" cy="0"/>
          </a:xfrm>
          <a:prstGeom xmlns:a="http://schemas.openxmlformats.org/drawingml/2006/main" prst="line">
            <a:avLst/>
          </a:prstGeom>
          <a:ln xmlns:a="http://schemas.openxmlformats.org/drawingml/2006/main" w="19050">
            <a:solidFill>
              <a:srgbClr val="CAD5D1"/>
            </a:solidFill>
          </a:ln>
        </p:spPr>
      </p:sp>
      <p:sp>
        <p:nvSpPr>
          <p:cNvPr id="12" name="">
            <a:extLst xmlns:a="http://schemas.openxmlformats.org/drawingml/2006/main">
              <a:ext uri="{FF2B5EF4-FFF2-40B4-BE49-F238E27FC236}">
                <a16:creationId xmlns:a16="http://schemas.microsoft.com/office/drawing/2014/main" id="{752A4F87-1DB0-4D49-A898-44E63114A4E6}"/>
              </a:ext>
            </a:extLst>
          </p:cNvPr>
          <p:cNvSpPr>
            <a:spLocks xmlns:a="http://schemas.openxmlformats.org/drawingml/2006/main" noGrp="1"/>
          </p:cNvSpPr>
          <p:nvPr/>
        </p:nvSpPr>
        <p:spPr>
          <a:xfrm xmlns:a="http://schemas.openxmlformats.org/drawingml/2006/main">
            <a:off x="5257800" y="1847850"/>
            <a:ext cx="1428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667"/>
          </a:bodyPr>
          <a:lstStyle xmlns:a="http://schemas.openxmlformats.org/drawingml/2006/main"/>
          <a:p xmlns:a="http://schemas.openxmlformats.org/drawingml/2006/main">
            <a:pPr>
              <a:buNone/>
              <a:defRPr sz="3000" b="1">
                <a:solidFill>
                  <a:srgbClr val="167C78"/>
                </a:solidFill>
                <a:latin typeface="Malgun Gothic"/>
                <a:ea typeface="Malgun Gothic"/>
                <a:cs typeface="Malgun Gothic"/>
              </a:defRPr>
            </a:pPr>
            <a:r>
              <a:rPr sz="3000" b="1">
                <a:solidFill>
                  <a:srgbClr val="167C78"/>
                </a:solidFill>
                <a:latin typeface="Malgun Gothic"/>
                <a:ea typeface="Malgun Gothic"/>
                <a:cs typeface="Malgun Gothic"/>
              </a:rPr>
              <a:t>03</a:t>
            </a:r>
          </a:p>
        </p:txBody>
      </p:sp>
      <p:sp>
        <p:nvSpPr>
          <p:cNvPr id="13" name="">
            <a:extLst xmlns:a="http://schemas.openxmlformats.org/drawingml/2006/main">
              <a:ext uri="{FF2B5EF4-FFF2-40B4-BE49-F238E27FC236}">
                <a16:creationId xmlns:a16="http://schemas.microsoft.com/office/drawing/2014/main" id="{608BEBCB-6A1B-46A8-AD41-6221165C174D}"/>
              </a:ext>
            </a:extLst>
          </p:cNvPr>
          <p:cNvSpPr>
            <a:spLocks xmlns:a="http://schemas.openxmlformats.org/drawingml/2006/main" noGrp="1"/>
          </p:cNvSpPr>
          <p:nvPr/>
        </p:nvSpPr>
        <p:spPr>
          <a:xfrm xmlns:a="http://schemas.openxmlformats.org/drawingml/2006/main">
            <a:off x="5257800" y="26479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025" b="1">
                <a:solidFill>
                  <a:srgbClr val="182329"/>
                </a:solidFill>
                <a:latin typeface="Malgun Gothic"/>
                <a:ea typeface="Malgun Gothic"/>
                <a:cs typeface="Malgun Gothic"/>
              </a:defRPr>
            </a:pPr>
            <a:r>
              <a:rPr sz="2025" b="1">
                <a:solidFill>
                  <a:srgbClr val="182329"/>
                </a:solidFill>
                <a:latin typeface="Malgun Gothic"/>
                <a:ea typeface="Malgun Gothic"/>
                <a:cs typeface="Malgun Gothic"/>
              </a:rPr>
              <a:t>자료 찾기</a:t>
            </a:r>
          </a:p>
        </p:txBody>
      </p:sp>
      <p:sp>
        <p:nvSpPr>
          <p:cNvPr id="14" name="">
            <a:extLst xmlns:a="http://schemas.openxmlformats.org/drawingml/2006/main">
              <a:ext uri="{FF2B5EF4-FFF2-40B4-BE49-F238E27FC236}">
                <a16:creationId xmlns:a16="http://schemas.microsoft.com/office/drawing/2014/main" id="{66878AE0-3582-44CC-B173-64EC5EB6EBE2}"/>
              </a:ext>
            </a:extLst>
          </p:cNvPr>
          <p:cNvSpPr>
            <a:spLocks xmlns:a="http://schemas.openxmlformats.org/drawingml/2006/main" noGrp="1"/>
          </p:cNvSpPr>
          <p:nvPr/>
        </p:nvSpPr>
        <p:spPr>
          <a:xfrm xmlns:a="http://schemas.openxmlformats.org/drawingml/2006/main">
            <a:off x="5257800" y="3200400"/>
            <a:ext cx="1762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032"/>
          </a:bodyPr>
          <a:lstStyle xmlns:a="http://schemas.openxmlformats.org/drawingml/2006/main"/>
          <a:p xmlns:a="http://schemas.openxmlformats.org/drawingml/2006/main">
            <a:pPr>
              <a:buNone/>
              <a:defRPr sz="1575" b="0">
                <a:solidFill>
                  <a:srgbClr val="5C6B70"/>
                </a:solidFill>
                <a:latin typeface="Malgun Gothic"/>
                <a:ea typeface="Malgun Gothic"/>
                <a:cs typeface="Malgun Gothic"/>
              </a:defRPr>
            </a:pPr>
            <a:r>
              <a:rPr sz="1575" b="0">
                <a:solidFill>
                  <a:srgbClr val="5C6B70"/>
                </a:solidFill>
                <a:latin typeface="Malgun Gothic"/>
                <a:ea typeface="Malgun Gothic"/>
                <a:cs typeface="Malgun Gothic"/>
              </a:rPr>
              <a:t>최대 6개까지 읽기</a:t>
            </a:r>
          </a:p>
        </p:txBody>
      </p:sp>
      <p:sp>
        <p:nvSpPr>
          <p:cNvPr id="15" name="">
            <a:extLst xmlns:a="http://schemas.openxmlformats.org/drawingml/2006/main">
              <a:ext uri="{FF2B5EF4-FFF2-40B4-BE49-F238E27FC236}">
                <a16:creationId xmlns:a16="http://schemas.microsoft.com/office/drawing/2014/main" id="{6BD857D0-4C84-4382-B900-CFFBC54237F6}"/>
              </a:ext>
            </a:extLst>
          </p:cNvPr>
          <p:cNvSpPr>
            <a:spLocks xmlns:a="http://schemas.openxmlformats.org/drawingml/2006/main" noGrp="1"/>
          </p:cNvSpPr>
          <p:nvPr/>
        </p:nvSpPr>
        <p:spPr>
          <a:xfrm xmlns:a="http://schemas.openxmlformats.org/drawingml/2006/main">
            <a:off x="6372225" y="2114550"/>
            <a:ext cx="1162050" cy="0"/>
          </a:xfrm>
          <a:prstGeom xmlns:a="http://schemas.openxmlformats.org/drawingml/2006/main" prst="line">
            <a:avLst/>
          </a:prstGeom>
          <a:ln xmlns:a="http://schemas.openxmlformats.org/drawingml/2006/main" w="19050">
            <a:solidFill>
              <a:srgbClr val="CAD5D1"/>
            </a:solidFill>
          </a:ln>
        </p:spPr>
      </p:sp>
      <p:sp>
        <p:nvSpPr>
          <p:cNvPr id="16" name="">
            <a:extLst xmlns:a="http://schemas.openxmlformats.org/drawingml/2006/main">
              <a:ext uri="{FF2B5EF4-FFF2-40B4-BE49-F238E27FC236}">
                <a16:creationId xmlns:a16="http://schemas.microsoft.com/office/drawing/2014/main" id="{DDFA3208-03A6-4A12-B87F-F2B58219F68D}"/>
              </a:ext>
            </a:extLst>
          </p:cNvPr>
          <p:cNvSpPr>
            <a:spLocks xmlns:a="http://schemas.openxmlformats.org/drawingml/2006/main" noGrp="1"/>
          </p:cNvSpPr>
          <p:nvPr/>
        </p:nvSpPr>
        <p:spPr>
          <a:xfrm xmlns:a="http://schemas.openxmlformats.org/drawingml/2006/main">
            <a:off x="7505700" y="1847850"/>
            <a:ext cx="1428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667"/>
          </a:bodyPr>
          <a:lstStyle xmlns:a="http://schemas.openxmlformats.org/drawingml/2006/main"/>
          <a:p xmlns:a="http://schemas.openxmlformats.org/drawingml/2006/main">
            <a:pPr>
              <a:buNone/>
              <a:defRPr sz="3000" b="1">
                <a:solidFill>
                  <a:srgbClr val="167C78"/>
                </a:solidFill>
                <a:latin typeface="Malgun Gothic"/>
                <a:ea typeface="Malgun Gothic"/>
                <a:cs typeface="Malgun Gothic"/>
              </a:defRPr>
            </a:pPr>
            <a:r>
              <a:rPr sz="3000" b="1">
                <a:solidFill>
                  <a:srgbClr val="167C78"/>
                </a:solidFill>
                <a:latin typeface="Malgun Gothic"/>
                <a:ea typeface="Malgun Gothic"/>
                <a:cs typeface="Malgun Gothic"/>
              </a:rPr>
              <a:t>04</a:t>
            </a:r>
          </a:p>
        </p:txBody>
      </p:sp>
      <p:sp>
        <p:nvSpPr>
          <p:cNvPr id="17" name="">
            <a:extLst xmlns:a="http://schemas.openxmlformats.org/drawingml/2006/main">
              <a:ext uri="{FF2B5EF4-FFF2-40B4-BE49-F238E27FC236}">
                <a16:creationId xmlns:a16="http://schemas.microsoft.com/office/drawing/2014/main" id="{8E8C2085-CEDB-416F-9F84-C35B8DA9D834}"/>
              </a:ext>
            </a:extLst>
          </p:cNvPr>
          <p:cNvSpPr>
            <a:spLocks xmlns:a="http://schemas.openxmlformats.org/drawingml/2006/main" noGrp="1"/>
          </p:cNvSpPr>
          <p:nvPr/>
        </p:nvSpPr>
        <p:spPr>
          <a:xfrm xmlns:a="http://schemas.openxmlformats.org/drawingml/2006/main">
            <a:off x="7505700" y="26479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025" b="1">
                <a:solidFill>
                  <a:srgbClr val="182329"/>
                </a:solidFill>
                <a:latin typeface="Malgun Gothic"/>
                <a:ea typeface="Malgun Gothic"/>
                <a:cs typeface="Malgun Gothic"/>
              </a:defRPr>
            </a:pPr>
            <a:r>
              <a:rPr sz="2025" b="1">
                <a:solidFill>
                  <a:srgbClr val="182329"/>
                </a:solidFill>
                <a:latin typeface="Malgun Gothic"/>
                <a:ea typeface="Malgun Gothic"/>
                <a:cs typeface="Malgun Gothic"/>
              </a:rPr>
              <a:t>원문 대조</a:t>
            </a:r>
          </a:p>
        </p:txBody>
      </p:sp>
      <p:sp>
        <p:nvSpPr>
          <p:cNvPr id="18" name="">
            <a:extLst xmlns:a="http://schemas.openxmlformats.org/drawingml/2006/main">
              <a:ext uri="{FF2B5EF4-FFF2-40B4-BE49-F238E27FC236}">
                <a16:creationId xmlns:a16="http://schemas.microsoft.com/office/drawing/2014/main" id="{1B6EA2D2-389A-4CCB-AD2E-F488DBB81FB3}"/>
              </a:ext>
            </a:extLst>
          </p:cNvPr>
          <p:cNvSpPr>
            <a:spLocks xmlns:a="http://schemas.openxmlformats.org/drawingml/2006/main" noGrp="1"/>
          </p:cNvSpPr>
          <p:nvPr/>
        </p:nvSpPr>
        <p:spPr>
          <a:xfrm xmlns:a="http://schemas.openxmlformats.org/drawingml/2006/main">
            <a:off x="7505700" y="3200400"/>
            <a:ext cx="1762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75" b="0">
                <a:solidFill>
                  <a:srgbClr val="5C6B70"/>
                </a:solidFill>
                <a:latin typeface="Malgun Gothic"/>
                <a:ea typeface="Malgun Gothic"/>
                <a:cs typeface="Malgun Gothic"/>
              </a:defRPr>
            </a:pPr>
            <a:r>
              <a:rPr sz="1575" b="0">
                <a:solidFill>
                  <a:srgbClr val="5C6B70"/>
                </a:solidFill>
                <a:latin typeface="Malgun Gothic"/>
                <a:ea typeface="Malgun Gothic"/>
                <a:cs typeface="Malgun Gothic"/>
              </a:rPr>
              <a:t>인용과 조건 확인</a:t>
            </a:r>
          </a:p>
        </p:txBody>
      </p:sp>
      <p:sp>
        <p:nvSpPr>
          <p:cNvPr id="19" name="">
            <a:extLst xmlns:a="http://schemas.openxmlformats.org/drawingml/2006/main">
              <a:ext uri="{FF2B5EF4-FFF2-40B4-BE49-F238E27FC236}">
                <a16:creationId xmlns:a16="http://schemas.microsoft.com/office/drawing/2014/main" id="{D30F9933-749E-43A5-ADA7-206161677D2E}"/>
              </a:ext>
            </a:extLst>
          </p:cNvPr>
          <p:cNvSpPr>
            <a:spLocks xmlns:a="http://schemas.openxmlformats.org/drawingml/2006/main" noGrp="1"/>
          </p:cNvSpPr>
          <p:nvPr/>
        </p:nvSpPr>
        <p:spPr>
          <a:xfrm xmlns:a="http://schemas.openxmlformats.org/drawingml/2006/main">
            <a:off x="8620125" y="2114550"/>
            <a:ext cx="1162050" cy="0"/>
          </a:xfrm>
          <a:prstGeom xmlns:a="http://schemas.openxmlformats.org/drawingml/2006/main" prst="line">
            <a:avLst/>
          </a:prstGeom>
          <a:ln xmlns:a="http://schemas.openxmlformats.org/drawingml/2006/main" w="19050">
            <a:solidFill>
              <a:srgbClr val="CAD5D1"/>
            </a:solidFill>
          </a:ln>
        </p:spPr>
      </p:sp>
      <p:sp>
        <p:nvSpPr>
          <p:cNvPr id="20" name="">
            <a:extLst xmlns:a="http://schemas.openxmlformats.org/drawingml/2006/main">
              <a:ext uri="{FF2B5EF4-FFF2-40B4-BE49-F238E27FC236}">
                <a16:creationId xmlns:a16="http://schemas.microsoft.com/office/drawing/2014/main" id="{CF519DD9-3279-4834-8C20-575B940A79D2}"/>
              </a:ext>
            </a:extLst>
          </p:cNvPr>
          <p:cNvSpPr>
            <a:spLocks xmlns:a="http://schemas.openxmlformats.org/drawingml/2006/main" noGrp="1"/>
          </p:cNvSpPr>
          <p:nvPr/>
        </p:nvSpPr>
        <p:spPr>
          <a:xfrm xmlns:a="http://schemas.openxmlformats.org/drawingml/2006/main">
            <a:off x="9753600" y="1847850"/>
            <a:ext cx="1428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667"/>
          </a:bodyPr>
          <a:lstStyle xmlns:a="http://schemas.openxmlformats.org/drawingml/2006/main"/>
          <a:p xmlns:a="http://schemas.openxmlformats.org/drawingml/2006/main">
            <a:pPr>
              <a:buNone/>
              <a:defRPr sz="3000" b="1">
                <a:solidFill>
                  <a:srgbClr val="167C78"/>
                </a:solidFill>
                <a:latin typeface="Malgun Gothic"/>
                <a:ea typeface="Malgun Gothic"/>
                <a:cs typeface="Malgun Gothic"/>
              </a:defRPr>
            </a:pPr>
            <a:r>
              <a:rPr sz="3000" b="1">
                <a:solidFill>
                  <a:srgbClr val="167C78"/>
                </a:solidFill>
                <a:latin typeface="Malgun Gothic"/>
                <a:ea typeface="Malgun Gothic"/>
                <a:cs typeface="Malgun Gothic"/>
              </a:rPr>
              <a:t>05</a:t>
            </a:r>
          </a:p>
        </p:txBody>
      </p:sp>
      <p:sp>
        <p:nvSpPr>
          <p:cNvPr id="21" name="">
            <a:extLst xmlns:a="http://schemas.openxmlformats.org/drawingml/2006/main">
              <a:ext uri="{FF2B5EF4-FFF2-40B4-BE49-F238E27FC236}">
                <a16:creationId xmlns:a16="http://schemas.microsoft.com/office/drawing/2014/main" id="{ADF5AF68-8A41-4638-B311-D45288AD9B7C}"/>
              </a:ext>
            </a:extLst>
          </p:cNvPr>
          <p:cNvSpPr>
            <a:spLocks xmlns:a="http://schemas.openxmlformats.org/drawingml/2006/main" noGrp="1"/>
          </p:cNvSpPr>
          <p:nvPr/>
        </p:nvSpPr>
        <p:spPr>
          <a:xfrm xmlns:a="http://schemas.openxmlformats.org/drawingml/2006/main">
            <a:off x="9753600" y="26479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025" b="1">
                <a:solidFill>
                  <a:srgbClr val="182329"/>
                </a:solidFill>
                <a:latin typeface="Malgun Gothic"/>
                <a:ea typeface="Malgun Gothic"/>
                <a:cs typeface="Malgun Gothic"/>
              </a:defRPr>
            </a:pPr>
            <a:r>
              <a:rPr sz="2025" b="1">
                <a:solidFill>
                  <a:srgbClr val="182329"/>
                </a:solidFill>
                <a:latin typeface="Malgun Gothic"/>
                <a:ea typeface="Malgun Gothic"/>
                <a:cs typeface="Malgun Gothic"/>
              </a:rPr>
              <a:t>결과 확인</a:t>
            </a:r>
          </a:p>
        </p:txBody>
      </p:sp>
      <p:sp>
        <p:nvSpPr>
          <p:cNvPr id="22" name="">
            <a:extLst xmlns:a="http://schemas.openxmlformats.org/drawingml/2006/main">
              <a:ext uri="{FF2B5EF4-FFF2-40B4-BE49-F238E27FC236}">
                <a16:creationId xmlns:a16="http://schemas.microsoft.com/office/drawing/2014/main" id="{E617EF9F-8429-4693-8FBC-F9F9142DBE0B}"/>
              </a:ext>
            </a:extLst>
          </p:cNvPr>
          <p:cNvSpPr>
            <a:spLocks xmlns:a="http://schemas.openxmlformats.org/drawingml/2006/main" noGrp="1"/>
          </p:cNvSpPr>
          <p:nvPr/>
        </p:nvSpPr>
        <p:spPr>
          <a:xfrm xmlns:a="http://schemas.openxmlformats.org/drawingml/2006/main">
            <a:off x="9753600" y="3200400"/>
            <a:ext cx="1762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75" b="0">
                <a:solidFill>
                  <a:srgbClr val="5C6B70"/>
                </a:solidFill>
                <a:latin typeface="Malgun Gothic"/>
                <a:ea typeface="Malgun Gothic"/>
                <a:cs typeface="Malgun Gothic"/>
              </a:defRPr>
            </a:pPr>
            <a:r>
              <a:rPr sz="1575" b="0">
                <a:solidFill>
                  <a:srgbClr val="5C6B70"/>
                </a:solidFill>
                <a:latin typeface="Malgun Gothic"/>
                <a:ea typeface="Malgun Gothic"/>
                <a:cs typeface="Malgun Gothic"/>
              </a:rPr>
              <a:t>판정과 근거 보기</a:t>
            </a:r>
          </a:p>
        </p:txBody>
      </p:sp>
      <p:sp>
        <p:nvSpPr>
          <p:cNvPr id="23" name="">
            <a:extLst xmlns:a="http://schemas.openxmlformats.org/drawingml/2006/main">
              <a:ext uri="{FF2B5EF4-FFF2-40B4-BE49-F238E27FC236}">
                <a16:creationId xmlns:a16="http://schemas.microsoft.com/office/drawing/2014/main" id="{B59A65BD-5641-4860-9D2A-9E1380994B6A}"/>
              </a:ext>
            </a:extLst>
          </p:cNvPr>
          <p:cNvSpPr>
            <a:spLocks xmlns:a="http://schemas.openxmlformats.org/drawingml/2006/main" noGrp="1"/>
          </p:cNvSpPr>
          <p:nvPr/>
        </p:nvSpPr>
        <p:spPr>
          <a:xfrm xmlns:a="http://schemas.openxmlformats.org/drawingml/2006/main">
            <a:off x="876300" y="4552950"/>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75" b="1">
                <a:solidFill>
                  <a:srgbClr val="5C6B70"/>
                </a:solidFill>
                <a:latin typeface="Malgun Gothic"/>
                <a:ea typeface="Malgun Gothic"/>
                <a:cs typeface="Malgun Gothic"/>
              </a:defRPr>
            </a:pPr>
            <a:r>
              <a:rPr sz="1575" b="1">
                <a:solidFill>
                  <a:srgbClr val="5C6B70"/>
                </a:solidFill>
                <a:latin typeface="Malgun Gothic"/>
                <a:ea typeface="Malgun Gothic"/>
                <a:cs typeface="Malgun Gothic"/>
              </a:rPr>
              <a:t>일반 대화형 답변</a:t>
            </a:r>
          </a:p>
        </p:txBody>
      </p:sp>
      <p:sp>
        <p:nvSpPr>
          <p:cNvPr id="24" name="">
            <a:extLst xmlns:a="http://schemas.openxmlformats.org/drawingml/2006/main">
              <a:ext uri="{FF2B5EF4-FFF2-40B4-BE49-F238E27FC236}">
                <a16:creationId xmlns:a16="http://schemas.microsoft.com/office/drawing/2014/main" id="{3153C971-C663-4E99-80EC-10CEA1FFC4E6}"/>
              </a:ext>
            </a:extLst>
          </p:cNvPr>
          <p:cNvSpPr>
            <a:spLocks xmlns:a="http://schemas.openxmlformats.org/drawingml/2006/main" noGrp="1"/>
          </p:cNvSpPr>
          <p:nvPr/>
        </p:nvSpPr>
        <p:spPr>
          <a:xfrm xmlns:a="http://schemas.openxmlformats.org/drawingml/2006/main">
            <a:off x="876300" y="5000625"/>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950" b="0">
                <a:solidFill>
                  <a:srgbClr val="182329"/>
                </a:solidFill>
                <a:latin typeface="Malgun Gothic"/>
                <a:ea typeface="Malgun Gothic"/>
                <a:cs typeface="Malgun Gothic"/>
              </a:defRPr>
            </a:pPr>
            <a:r>
              <a:rPr sz="1950" b="0">
                <a:solidFill>
                  <a:srgbClr val="182329"/>
                </a:solidFill>
                <a:latin typeface="Malgun Gothic"/>
                <a:ea typeface="Malgun Gothic"/>
                <a:cs typeface="Malgun Gothic"/>
              </a:rPr>
              <a:t>답을 읽고 끝나기 쉬움</a:t>
            </a:r>
          </a:p>
        </p:txBody>
      </p:sp>
      <p:sp>
        <p:nvSpPr>
          <p:cNvPr id="25" name="">
            <a:extLst xmlns:a="http://schemas.openxmlformats.org/drawingml/2006/main">
              <a:ext uri="{FF2B5EF4-FFF2-40B4-BE49-F238E27FC236}">
                <a16:creationId xmlns:a16="http://schemas.microsoft.com/office/drawing/2014/main" id="{284BEBFF-D320-4F1A-B742-11B5FE6DF410}"/>
              </a:ext>
            </a:extLst>
          </p:cNvPr>
          <p:cNvSpPr>
            <a:spLocks xmlns:a="http://schemas.openxmlformats.org/drawingml/2006/main" noGrp="1"/>
          </p:cNvSpPr>
          <p:nvPr/>
        </p:nvSpPr>
        <p:spPr>
          <a:xfrm xmlns:a="http://schemas.openxmlformats.org/drawingml/2006/main">
            <a:off x="6572250" y="4552950"/>
            <a:ext cx="228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75" b="1">
                <a:solidFill>
                  <a:srgbClr val="167C78"/>
                </a:solidFill>
                <a:latin typeface="Malgun Gothic"/>
                <a:ea typeface="Malgun Gothic"/>
                <a:cs typeface="Malgun Gothic"/>
              </a:defRPr>
            </a:pPr>
            <a:r>
              <a:rPr sz="1575" b="1">
                <a:solidFill>
                  <a:srgbClr val="167C78"/>
                </a:solidFill>
                <a:latin typeface="Malgun Gothic"/>
                <a:ea typeface="Malgun Gothic"/>
                <a:cs typeface="Malgun Gothic"/>
              </a:rPr>
              <a:t>True or Not</a:t>
            </a:r>
          </a:p>
        </p:txBody>
      </p:sp>
      <p:sp>
        <p:nvSpPr>
          <p:cNvPr id="26" name="">
            <a:extLst xmlns:a="http://schemas.openxmlformats.org/drawingml/2006/main">
              <a:ext uri="{FF2B5EF4-FFF2-40B4-BE49-F238E27FC236}">
                <a16:creationId xmlns:a16="http://schemas.microsoft.com/office/drawing/2014/main" id="{0059D4B8-C191-4330-97DF-79208DA29987}"/>
              </a:ext>
            </a:extLst>
          </p:cNvPr>
          <p:cNvSpPr>
            <a:spLocks xmlns:a="http://schemas.openxmlformats.org/drawingml/2006/main" noGrp="1"/>
          </p:cNvSpPr>
          <p:nvPr/>
        </p:nvSpPr>
        <p:spPr>
          <a:xfrm xmlns:a="http://schemas.openxmlformats.org/drawingml/2006/main">
            <a:off x="6572250" y="5000625"/>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950" b="1">
                <a:solidFill>
                  <a:srgbClr val="182329"/>
                </a:solidFill>
                <a:latin typeface="Malgun Gothic"/>
                <a:ea typeface="Malgun Gothic"/>
                <a:cs typeface="Malgun Gothic"/>
              </a:defRPr>
            </a:pPr>
            <a:r>
              <a:rPr sz="1950" b="1">
                <a:solidFill>
                  <a:srgbClr val="182329"/>
                </a:solidFill>
                <a:latin typeface="Malgun Gothic"/>
                <a:ea typeface="Malgun Gothic"/>
                <a:cs typeface="Malgun Gothic"/>
              </a:rPr>
              <a:t>주장과 연결된 원문·인용을 확인</a:t>
            </a:r>
          </a:p>
        </p:txBody>
      </p:sp>
    </p:spTree>
    <p:extLst>
      <p:ext uri="{BB962C8B-B14F-4D97-AF65-F5344CB8AC3E}">
        <p14:creationId xmlns:p14="http://schemas.microsoft.com/office/powerpoint/2010/main" val="659540339"/>
      </p:ext>
    </p:extLst>
  </p:cSld>
</p:sld>
</file>

<file path=ppt/slides/slide4.xml><?xml version="1.0" encoding="utf-8"?>
<p:sld xmlns:p="http://schemas.openxmlformats.org/presentationml/2006/main">
  <p:cSld>
    <p:bg>
      <p:bgPr>
        <a:solidFill xmlns:a="http://schemas.openxmlformats.org/drawingml/2006/main">
          <a:srgbClr val="F4F6F3"/>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A122A4C-B76A-4C2A-B78B-AD9522D3AD72}"/>
              </a:ext>
            </a:extLst>
          </p:cNvPr>
          <p:cNvSpPr>
            <a:spLocks xmlns:a="http://schemas.openxmlformats.org/drawingml/2006/main" noGrp="1"/>
          </p:cNvSpPr>
          <p:nvPr/>
        </p:nvSpPr>
        <p:spPr>
          <a:xfrm xmlns:a="http://schemas.openxmlformats.org/drawingml/2006/main">
            <a:off x="685800" y="4572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3300" b="1">
                <a:solidFill>
                  <a:srgbClr val="182329"/>
                </a:solidFill>
                <a:latin typeface="Malgun Gothic"/>
                <a:ea typeface="Malgun Gothic"/>
                <a:cs typeface="Malgun Gothic"/>
              </a:defRPr>
            </a:pPr>
            <a:r>
              <a:rPr sz="3300" b="1">
                <a:solidFill>
                  <a:srgbClr val="182329"/>
                </a:solidFill>
                <a:latin typeface="Malgun Gothic"/>
                <a:ea typeface="Malgun Gothic"/>
                <a:cs typeface="Malgun Gothic"/>
              </a:rPr>
              <a:t>에이전트는 정해진 검증 순서를 따라갑니다</a:t>
            </a:r>
          </a:p>
        </p:txBody>
      </p:sp>
      <p:sp>
        <p:nvSpPr>
          <p:cNvPr id="2" name="">
            <a:extLst xmlns:a="http://schemas.openxmlformats.org/drawingml/2006/main">
              <a:ext uri="{FF2B5EF4-FFF2-40B4-BE49-F238E27FC236}">
                <a16:creationId xmlns:a16="http://schemas.microsoft.com/office/drawing/2014/main" id="{F9062B41-CE77-45F8-9DF5-CE75744D1FF8}"/>
              </a:ext>
            </a:extLst>
          </p:cNvPr>
          <p:cNvSpPr>
            <a:spLocks xmlns:a="http://schemas.openxmlformats.org/drawingml/2006/main" noGrp="1"/>
          </p:cNvSpPr>
          <p:nvPr/>
        </p:nvSpPr>
        <p:spPr>
          <a:xfrm xmlns:a="http://schemas.openxmlformats.org/drawingml/2006/main">
            <a:off x="10858500" y="514350"/>
            <a:ext cx="609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1">
                <a:solidFill>
                  <a:srgbClr val="167C78"/>
                </a:solidFill>
                <a:latin typeface="Malgun Gothic"/>
                <a:ea typeface="Malgun Gothic"/>
                <a:cs typeface="Malgun Gothic"/>
              </a:defRPr>
            </a:pPr>
            <a:r>
              <a:rPr sz="1350" b="1">
                <a:solidFill>
                  <a:srgbClr val="167C78"/>
                </a:solidFill>
                <a:latin typeface="Malgun Gothic"/>
                <a:ea typeface="Malgun Gothic"/>
                <a:cs typeface="Malgun Gothic"/>
              </a:rPr>
              <a:t>04</a:t>
            </a:r>
          </a:p>
        </p:txBody>
      </p:sp>
      <p:sp>
        <p:nvSpPr>
          <p:cNvPr id="3" name="">
            <a:extLst xmlns:a="http://schemas.openxmlformats.org/drawingml/2006/main">
              <a:ext uri="{FF2B5EF4-FFF2-40B4-BE49-F238E27FC236}">
                <a16:creationId xmlns:a16="http://schemas.microsoft.com/office/drawing/2014/main" id="{441B1155-448F-4D66-BDAB-A65B2A3D0273}"/>
              </a:ext>
            </a:extLst>
          </p:cNvPr>
          <p:cNvSpPr>
            <a:spLocks xmlns:a="http://schemas.openxmlformats.org/drawingml/2006/main" noGrp="1"/>
          </p:cNvSpPr>
          <p:nvPr/>
        </p:nvSpPr>
        <p:spPr>
          <a:xfrm xmlns:a="http://schemas.openxmlformats.org/drawingml/2006/main">
            <a:off x="685800" y="1257300"/>
            <a:ext cx="10820400" cy="0"/>
          </a:xfrm>
          <a:prstGeom xmlns:a="http://schemas.openxmlformats.org/drawingml/2006/main" prst="line">
            <a:avLst/>
          </a:prstGeom>
          <a:ln xmlns:a="http://schemas.openxmlformats.org/drawingml/2006/main" w="11430">
            <a:solidFill>
              <a:srgbClr val="CAD5D1"/>
            </a:solidFill>
          </a:ln>
        </p:spPr>
      </p:sp>
      <p:sp>
        <p:nvSpPr>
          <p:cNvPr id="4" name="">
            <a:extLst xmlns:a="http://schemas.openxmlformats.org/drawingml/2006/main">
              <a:ext uri="{FF2B5EF4-FFF2-40B4-BE49-F238E27FC236}">
                <a16:creationId xmlns:a16="http://schemas.microsoft.com/office/drawing/2014/main" id="{CE522906-FA62-450D-AADE-44E29C61A362}"/>
              </a:ext>
            </a:extLst>
          </p:cNvPr>
          <p:cNvSpPr>
            <a:spLocks xmlns:a="http://schemas.openxmlformats.org/drawingml/2006/main" noGrp="1"/>
          </p:cNvSpPr>
          <p:nvPr/>
        </p:nvSpPr>
        <p:spPr>
          <a:xfrm xmlns:a="http://schemas.openxmlformats.org/drawingml/2006/main">
            <a:off x="838200" y="16192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650" b="1">
                <a:solidFill>
                  <a:srgbClr val="167C78"/>
                </a:solidFill>
                <a:latin typeface="Malgun Gothic"/>
                <a:ea typeface="Malgun Gothic"/>
                <a:cs typeface="Malgun Gothic"/>
              </a:defRPr>
            </a:pPr>
            <a:r>
              <a:rPr sz="1650" b="1">
                <a:solidFill>
                  <a:srgbClr val="167C78"/>
                </a:solidFill>
                <a:latin typeface="Malgun Gothic"/>
                <a:ea typeface="Malgun Gothic"/>
                <a:cs typeface="Malgun Gothic"/>
              </a:rPr>
              <a:t>에이전트란</a:t>
            </a:r>
          </a:p>
        </p:txBody>
      </p:sp>
      <p:sp>
        <p:nvSpPr>
          <p:cNvPr id="5" name="">
            <a:extLst xmlns:a="http://schemas.openxmlformats.org/drawingml/2006/main">
              <a:ext uri="{FF2B5EF4-FFF2-40B4-BE49-F238E27FC236}">
                <a16:creationId xmlns:a16="http://schemas.microsoft.com/office/drawing/2014/main" id="{1161DB3A-F4D8-48E3-A241-1FD4F85433C3}"/>
              </a:ext>
            </a:extLst>
          </p:cNvPr>
          <p:cNvSpPr>
            <a:spLocks xmlns:a="http://schemas.openxmlformats.org/drawingml/2006/main" noGrp="1"/>
          </p:cNvSpPr>
          <p:nvPr/>
        </p:nvSpPr>
        <p:spPr>
          <a:xfrm xmlns:a="http://schemas.openxmlformats.org/drawingml/2006/main">
            <a:off x="838200" y="2114550"/>
            <a:ext cx="4381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90"/>
          </a:bodyPr>
          <a:lstStyle xmlns:a="http://schemas.openxmlformats.org/drawingml/2006/main"/>
          <a:p xmlns:a="http://schemas.openxmlformats.org/drawingml/2006/main">
            <a:pPr>
              <a:buNone/>
              <a:defRPr sz="2550" b="1">
                <a:solidFill>
                  <a:srgbClr val="182329"/>
                </a:solidFill>
                <a:latin typeface="Malgun Gothic"/>
                <a:ea typeface="Malgun Gothic"/>
                <a:cs typeface="Malgun Gothic"/>
              </a:defRPr>
            </a:pPr>
            <a:r>
              <a:rPr sz="2550" b="1">
                <a:solidFill>
                  <a:srgbClr val="182329"/>
                </a:solidFill>
                <a:latin typeface="Malgun Gothic"/>
                <a:ea typeface="Malgun Gothic"/>
                <a:cs typeface="Malgun Gothic"/>
              </a:rPr>
              <a:t>정해진 방식으로 도구를 쓰며</a:t>
            </a:r>
          </a:p>
          <a:p xmlns:a="http://schemas.openxmlformats.org/drawingml/2006/main">
            <a:pPr>
              <a:buNone/>
              <a:defRPr sz="2550" b="1">
                <a:solidFill>
                  <a:srgbClr val="182329"/>
                </a:solidFill>
                <a:latin typeface="Malgun Gothic"/>
                <a:ea typeface="Malgun Gothic"/>
                <a:cs typeface="Malgun Gothic"/>
              </a:defRPr>
            </a:pPr>
            <a:r>
              <a:rPr sz="2550" b="1">
                <a:solidFill>
                  <a:srgbClr val="182329"/>
                </a:solidFill>
                <a:latin typeface="Malgun Gothic"/>
                <a:ea typeface="Malgun Gothic"/>
                <a:cs typeface="Malgun Gothic"/>
              </a:rPr>
              <a:t>검증 단계를 이어가는 프로그램</a:t>
            </a:r>
          </a:p>
        </p:txBody>
      </p:sp>
      <p:sp>
        <p:nvSpPr>
          <p:cNvPr id="6" name="">
            <a:extLst xmlns:a="http://schemas.openxmlformats.org/drawingml/2006/main">
              <a:ext uri="{FF2B5EF4-FFF2-40B4-BE49-F238E27FC236}">
                <a16:creationId xmlns:a16="http://schemas.microsoft.com/office/drawing/2014/main" id="{005E6689-DDF7-48FE-9DBC-29FCFC01B483}"/>
              </a:ext>
            </a:extLst>
          </p:cNvPr>
          <p:cNvSpPr>
            <a:spLocks xmlns:a="http://schemas.openxmlformats.org/drawingml/2006/main" noGrp="1"/>
          </p:cNvSpPr>
          <p:nvPr/>
        </p:nvSpPr>
        <p:spPr>
          <a:xfrm xmlns:a="http://schemas.openxmlformats.org/drawingml/2006/main">
            <a:off x="6191250" y="1695450"/>
            <a:ext cx="200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667"/>
          </a:bodyPr>
          <a:lstStyle xmlns:a="http://schemas.openxmlformats.org/drawingml/2006/main"/>
          <a:p xmlns:a="http://schemas.openxmlformats.org/drawingml/2006/main">
            <a:pPr>
              <a:buNone/>
              <a:defRPr sz="1875" b="1">
                <a:solidFill>
                  <a:srgbClr val="182329"/>
                </a:solidFill>
                <a:latin typeface="Malgun Gothic"/>
                <a:ea typeface="Malgun Gothic"/>
                <a:cs typeface="Malgun Gothic"/>
              </a:defRPr>
            </a:pPr>
            <a:r>
              <a:rPr sz="1875" b="1">
                <a:solidFill>
                  <a:srgbClr val="182329"/>
                </a:solidFill>
                <a:latin typeface="Malgun Gothic"/>
                <a:ea typeface="Malgun Gothic"/>
                <a:cs typeface="Malgun Gothic"/>
              </a:rPr>
              <a:t>입력 이해</a:t>
            </a:r>
          </a:p>
        </p:txBody>
      </p:sp>
      <p:sp>
        <p:nvSpPr>
          <p:cNvPr id="7" name="">
            <a:extLst xmlns:a="http://schemas.openxmlformats.org/drawingml/2006/main">
              <a:ext uri="{FF2B5EF4-FFF2-40B4-BE49-F238E27FC236}">
                <a16:creationId xmlns:a16="http://schemas.microsoft.com/office/drawing/2014/main" id="{47D3F967-AC94-405F-B499-151CED90CBA2}"/>
              </a:ext>
            </a:extLst>
          </p:cNvPr>
          <p:cNvSpPr>
            <a:spLocks xmlns:a="http://schemas.openxmlformats.org/drawingml/2006/main" noGrp="1"/>
          </p:cNvSpPr>
          <p:nvPr/>
        </p:nvSpPr>
        <p:spPr>
          <a:xfrm xmlns:a="http://schemas.openxmlformats.org/drawingml/2006/main">
            <a:off x="6191250" y="2095500"/>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00" b="0">
                <a:solidFill>
                  <a:srgbClr val="5C6B70"/>
                </a:solidFill>
                <a:latin typeface="Malgun Gothic"/>
                <a:ea typeface="Malgun Gothic"/>
                <a:cs typeface="Malgun Gothic"/>
              </a:defRPr>
            </a:pPr>
            <a:r>
              <a:rPr sz="1500" b="0">
                <a:solidFill>
                  <a:srgbClr val="5C6B70"/>
                </a:solidFill>
                <a:latin typeface="Malgun Gothic"/>
                <a:ea typeface="Malgun Gothic"/>
                <a:cs typeface="Malgun Gothic"/>
              </a:rPr>
              <a:t>주장과 검색어를 정합니다</a:t>
            </a:r>
          </a:p>
        </p:txBody>
      </p:sp>
      <p:sp>
        <p:nvSpPr>
          <p:cNvPr id="8" name="">
            <a:extLst xmlns:a="http://schemas.openxmlformats.org/drawingml/2006/main">
              <a:ext uri="{FF2B5EF4-FFF2-40B4-BE49-F238E27FC236}">
                <a16:creationId xmlns:a16="http://schemas.microsoft.com/office/drawing/2014/main" id="{9EDF1869-8445-49C4-875A-CE4A4FBFD1B6}"/>
              </a:ext>
            </a:extLst>
          </p:cNvPr>
          <p:cNvSpPr>
            <a:spLocks xmlns:a="http://schemas.openxmlformats.org/drawingml/2006/main" noGrp="1"/>
          </p:cNvSpPr>
          <p:nvPr/>
        </p:nvSpPr>
        <p:spPr>
          <a:xfrm xmlns:a="http://schemas.openxmlformats.org/drawingml/2006/main">
            <a:off x="6191250" y="2695575"/>
            <a:ext cx="200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667"/>
          </a:bodyPr>
          <a:lstStyle xmlns:a="http://schemas.openxmlformats.org/drawingml/2006/main"/>
          <a:p xmlns:a="http://schemas.openxmlformats.org/drawingml/2006/main">
            <a:pPr>
              <a:buNone/>
              <a:defRPr sz="1875" b="1">
                <a:solidFill>
                  <a:srgbClr val="182329"/>
                </a:solidFill>
                <a:latin typeface="Malgun Gothic"/>
                <a:ea typeface="Malgun Gothic"/>
                <a:cs typeface="Malgun Gothic"/>
              </a:defRPr>
            </a:pPr>
            <a:r>
              <a:rPr sz="1875" b="1">
                <a:solidFill>
                  <a:srgbClr val="182329"/>
                </a:solidFill>
                <a:latin typeface="Malgun Gothic"/>
                <a:ea typeface="Malgun Gothic"/>
                <a:cs typeface="Malgun Gothic"/>
              </a:rPr>
              <a:t>검색</a:t>
            </a:r>
          </a:p>
        </p:txBody>
      </p:sp>
      <p:sp>
        <p:nvSpPr>
          <p:cNvPr id="9" name="">
            <a:extLst xmlns:a="http://schemas.openxmlformats.org/drawingml/2006/main">
              <a:ext uri="{FF2B5EF4-FFF2-40B4-BE49-F238E27FC236}">
                <a16:creationId xmlns:a16="http://schemas.microsoft.com/office/drawing/2014/main" id="{68F0B6E0-E619-47DB-9A58-32EEA733BEF0}"/>
              </a:ext>
            </a:extLst>
          </p:cNvPr>
          <p:cNvSpPr>
            <a:spLocks xmlns:a="http://schemas.openxmlformats.org/drawingml/2006/main" noGrp="1"/>
          </p:cNvSpPr>
          <p:nvPr/>
        </p:nvSpPr>
        <p:spPr>
          <a:xfrm xmlns:a="http://schemas.openxmlformats.org/drawingml/2006/main">
            <a:off x="6191250" y="3095625"/>
            <a:ext cx="5048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667"/>
          </a:bodyPr>
          <a:lstStyle xmlns:a="http://schemas.openxmlformats.org/drawingml/2006/main"/>
          <a:p xmlns:a="http://schemas.openxmlformats.org/drawingml/2006/main">
            <a:pPr>
              <a:buNone/>
              <a:defRPr sz="1500" b="0">
                <a:solidFill>
                  <a:srgbClr val="5C6B70"/>
                </a:solidFill>
                <a:latin typeface="Malgun Gothic"/>
                <a:ea typeface="Malgun Gothic"/>
                <a:cs typeface="Malgun Gothic"/>
              </a:defRPr>
            </a:pPr>
            <a:r>
              <a:rPr sz="1500" b="0">
                <a:solidFill>
                  <a:srgbClr val="5C6B70"/>
                </a:solidFill>
                <a:latin typeface="Malgun Gothic"/>
                <a:ea typeface="Malgun Gothic"/>
                <a:cs typeface="Malgun Gothic"/>
              </a:rPr>
              <a:t>Tavily가 있으면 우선 사용하고, 아니면 모델 검색으로 대체합니다</a:t>
            </a:r>
          </a:p>
        </p:txBody>
      </p:sp>
      <p:sp>
        <p:nvSpPr>
          <p:cNvPr id="10" name="">
            <a:extLst xmlns:a="http://schemas.openxmlformats.org/drawingml/2006/main">
              <a:ext uri="{FF2B5EF4-FFF2-40B4-BE49-F238E27FC236}">
                <a16:creationId xmlns:a16="http://schemas.microsoft.com/office/drawing/2014/main" id="{68065387-F7DF-4886-A2C4-74B07B348AA6}"/>
              </a:ext>
            </a:extLst>
          </p:cNvPr>
          <p:cNvSpPr>
            <a:spLocks xmlns:a="http://schemas.openxmlformats.org/drawingml/2006/main" noGrp="1"/>
          </p:cNvSpPr>
          <p:nvPr/>
        </p:nvSpPr>
        <p:spPr>
          <a:xfrm xmlns:a="http://schemas.openxmlformats.org/drawingml/2006/main">
            <a:off x="6191250" y="3867150"/>
            <a:ext cx="200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667"/>
          </a:bodyPr>
          <a:lstStyle xmlns:a="http://schemas.openxmlformats.org/drawingml/2006/main"/>
          <a:p xmlns:a="http://schemas.openxmlformats.org/drawingml/2006/main">
            <a:pPr>
              <a:buNone/>
              <a:defRPr sz="1875" b="1">
                <a:solidFill>
                  <a:srgbClr val="182329"/>
                </a:solidFill>
                <a:latin typeface="Malgun Gothic"/>
                <a:ea typeface="Malgun Gothic"/>
                <a:cs typeface="Malgun Gothic"/>
              </a:defRPr>
            </a:pPr>
            <a:r>
              <a:rPr sz="1875" b="1">
                <a:solidFill>
                  <a:srgbClr val="182329"/>
                </a:solidFill>
                <a:latin typeface="Malgun Gothic"/>
                <a:ea typeface="Malgun Gothic"/>
                <a:cs typeface="Malgun Gothic"/>
              </a:rPr>
              <a:t>원문 확인</a:t>
            </a:r>
          </a:p>
        </p:txBody>
      </p:sp>
      <p:sp>
        <p:nvSpPr>
          <p:cNvPr id="11" name="">
            <a:extLst xmlns:a="http://schemas.openxmlformats.org/drawingml/2006/main">
              <a:ext uri="{FF2B5EF4-FFF2-40B4-BE49-F238E27FC236}">
                <a16:creationId xmlns:a16="http://schemas.microsoft.com/office/drawing/2014/main" id="{1B6CFC83-B45A-4871-87B2-5821867E8F6B}"/>
              </a:ext>
            </a:extLst>
          </p:cNvPr>
          <p:cNvSpPr>
            <a:spLocks xmlns:a="http://schemas.openxmlformats.org/drawingml/2006/main" noGrp="1"/>
          </p:cNvSpPr>
          <p:nvPr/>
        </p:nvSpPr>
        <p:spPr>
          <a:xfrm xmlns:a="http://schemas.openxmlformats.org/drawingml/2006/main">
            <a:off x="6191250" y="426720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00" b="0">
                <a:solidFill>
                  <a:srgbClr val="5C6B70"/>
                </a:solidFill>
                <a:latin typeface="Malgun Gothic"/>
                <a:ea typeface="Malgun Gothic"/>
                <a:cs typeface="Malgun Gothic"/>
              </a:defRPr>
            </a:pPr>
            <a:r>
              <a:rPr sz="1500" b="0">
                <a:solidFill>
                  <a:srgbClr val="5C6B70"/>
                </a:solidFill>
                <a:latin typeface="Malgun Gothic"/>
                <a:ea typeface="Malgun Gothic"/>
                <a:cs typeface="Malgun Gothic"/>
              </a:rPr>
              <a:t>읽은 문장과 인용이 맞는지 대조합니다</a:t>
            </a:r>
          </a:p>
        </p:txBody>
      </p:sp>
      <p:sp>
        <p:nvSpPr>
          <p:cNvPr id="12" name="">
            <a:extLst xmlns:a="http://schemas.openxmlformats.org/drawingml/2006/main">
              <a:ext uri="{FF2B5EF4-FFF2-40B4-BE49-F238E27FC236}">
                <a16:creationId xmlns:a16="http://schemas.microsoft.com/office/drawing/2014/main" id="{7DF7F6BF-E8F0-4A90-A8BF-DCBDA51263F5}"/>
              </a:ext>
            </a:extLst>
          </p:cNvPr>
          <p:cNvSpPr>
            <a:spLocks xmlns:a="http://schemas.openxmlformats.org/drawingml/2006/main" noGrp="1"/>
          </p:cNvSpPr>
          <p:nvPr/>
        </p:nvSpPr>
        <p:spPr>
          <a:xfrm xmlns:a="http://schemas.openxmlformats.org/drawingml/2006/main">
            <a:off x="6191250" y="4848225"/>
            <a:ext cx="200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667"/>
          </a:bodyPr>
          <a:lstStyle xmlns:a="http://schemas.openxmlformats.org/drawingml/2006/main"/>
          <a:p xmlns:a="http://schemas.openxmlformats.org/drawingml/2006/main">
            <a:pPr>
              <a:buNone/>
              <a:defRPr sz="1875" b="1">
                <a:solidFill>
                  <a:srgbClr val="182329"/>
                </a:solidFill>
                <a:latin typeface="Malgun Gothic"/>
                <a:ea typeface="Malgun Gothic"/>
                <a:cs typeface="Malgun Gothic"/>
              </a:defRPr>
            </a:pPr>
            <a:r>
              <a:rPr sz="1875" b="1">
                <a:solidFill>
                  <a:srgbClr val="182329"/>
                </a:solidFill>
                <a:latin typeface="Malgun Gothic"/>
                <a:ea typeface="Malgun Gothic"/>
                <a:cs typeface="Malgun Gothic"/>
              </a:rPr>
              <a:t>다시 찾기</a:t>
            </a:r>
          </a:p>
        </p:txBody>
      </p:sp>
      <p:sp>
        <p:nvSpPr>
          <p:cNvPr id="13" name="">
            <a:extLst xmlns:a="http://schemas.openxmlformats.org/drawingml/2006/main">
              <a:ext uri="{FF2B5EF4-FFF2-40B4-BE49-F238E27FC236}">
                <a16:creationId xmlns:a16="http://schemas.microsoft.com/office/drawing/2014/main" id="{FC301F91-7494-406C-AC15-A4CFC997D6F0}"/>
              </a:ext>
            </a:extLst>
          </p:cNvPr>
          <p:cNvSpPr>
            <a:spLocks xmlns:a="http://schemas.openxmlformats.org/drawingml/2006/main" noGrp="1"/>
          </p:cNvSpPr>
          <p:nvPr/>
        </p:nvSpPr>
        <p:spPr>
          <a:xfrm xmlns:a="http://schemas.openxmlformats.org/drawingml/2006/main">
            <a:off x="6191250" y="5248275"/>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00" b="0">
                <a:solidFill>
                  <a:srgbClr val="5C6B70"/>
                </a:solidFill>
                <a:latin typeface="Malgun Gothic"/>
                <a:ea typeface="Malgun Gothic"/>
                <a:cs typeface="Malgun Gothic"/>
              </a:defRPr>
            </a:pPr>
            <a:r>
              <a:rPr sz="1500" b="0">
                <a:solidFill>
                  <a:srgbClr val="5C6B70"/>
                </a:solidFill>
                <a:latin typeface="Malgun Gothic"/>
                <a:ea typeface="Malgun Gothic"/>
                <a:cs typeface="Malgun Gothic"/>
              </a:rPr>
              <a:t>특정 오류가 확인되면 최대 한 번 다시 검색합니다</a:t>
            </a:r>
          </a:p>
        </p:txBody>
      </p:sp>
      <p:sp>
        <p:nvSpPr>
          <p:cNvPr id="14" name="">
            <a:extLst xmlns:a="http://schemas.openxmlformats.org/drawingml/2006/main">
              <a:ext uri="{FF2B5EF4-FFF2-40B4-BE49-F238E27FC236}">
                <a16:creationId xmlns:a16="http://schemas.microsoft.com/office/drawing/2014/main" id="{A25EB4B9-21F3-474D-943A-2836B47128FE}"/>
              </a:ext>
            </a:extLst>
          </p:cNvPr>
          <p:cNvSpPr>
            <a:spLocks xmlns:a="http://schemas.openxmlformats.org/drawingml/2006/main" noGrp="1"/>
          </p:cNvSpPr>
          <p:nvPr/>
        </p:nvSpPr>
        <p:spPr>
          <a:xfrm xmlns:a="http://schemas.openxmlformats.org/drawingml/2006/main">
            <a:off x="838200" y="5372100"/>
            <a:ext cx="4619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650" b="1">
                <a:solidFill>
                  <a:srgbClr val="167C78"/>
                </a:solidFill>
                <a:latin typeface="Malgun Gothic"/>
                <a:ea typeface="Malgun Gothic"/>
                <a:cs typeface="Malgun Gothic"/>
              </a:defRPr>
            </a:pPr>
            <a:r>
              <a:rPr sz="1650" b="1">
                <a:solidFill>
                  <a:srgbClr val="167C78"/>
                </a:solidFill>
                <a:latin typeface="Malgun Gothic"/>
                <a:ea typeface="Malgun Gothic"/>
                <a:cs typeface="Malgun Gothic"/>
              </a:rPr>
              <a:t>완전히 자유롭게 돌아다니는 AI가 아니라, 정해진 길 안에서 확인합니다.</a:t>
            </a:r>
          </a:p>
        </p:txBody>
      </p:sp>
    </p:spTree>
    <p:extLst>
      <p:ext uri="{BB962C8B-B14F-4D97-AF65-F5344CB8AC3E}">
        <p14:creationId xmlns:p14="http://schemas.microsoft.com/office/powerpoint/2010/main" val="1502228558"/>
      </p:ext>
    </p:extLst>
  </p:cSld>
</p:sld>
</file>

<file path=ppt/slides/slide5.xml><?xml version="1.0" encoding="utf-8"?>
<p:sld xmlns:p="http://schemas.openxmlformats.org/presentationml/2006/main">
  <p:cSld>
    <p:bg>
      <p:bgPr>
        <a:solidFill xmlns:a="http://schemas.openxmlformats.org/drawingml/2006/main">
          <a:srgbClr val="F4F6F3"/>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7AC27AF-B27C-46E2-B2BF-515DF1C80788}"/>
              </a:ext>
            </a:extLst>
          </p:cNvPr>
          <p:cNvSpPr>
            <a:spLocks xmlns:a="http://schemas.openxmlformats.org/drawingml/2006/main" noGrp="1"/>
          </p:cNvSpPr>
          <p:nvPr/>
        </p:nvSpPr>
        <p:spPr>
          <a:xfrm xmlns:a="http://schemas.openxmlformats.org/drawingml/2006/main">
            <a:off x="685800" y="4572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3300" b="1">
                <a:solidFill>
                  <a:srgbClr val="182329"/>
                </a:solidFill>
                <a:latin typeface="Malgun Gothic"/>
                <a:ea typeface="Malgun Gothic"/>
                <a:cs typeface="Malgun Gothic"/>
              </a:defRPr>
            </a:pPr>
            <a:r>
              <a:rPr sz="3300" b="1">
                <a:solidFill>
                  <a:srgbClr val="182329"/>
                </a:solidFill>
                <a:latin typeface="Malgun Gothic"/>
                <a:ea typeface="Malgun Gothic"/>
                <a:cs typeface="Malgun Gothic"/>
              </a:rPr>
              <a:t>결과는 판정·원문·한계를 함께 봅니다</a:t>
            </a:r>
          </a:p>
        </p:txBody>
      </p:sp>
      <p:sp>
        <p:nvSpPr>
          <p:cNvPr id="2" name="">
            <a:extLst xmlns:a="http://schemas.openxmlformats.org/drawingml/2006/main">
              <a:ext uri="{FF2B5EF4-FFF2-40B4-BE49-F238E27FC236}">
                <a16:creationId xmlns:a16="http://schemas.microsoft.com/office/drawing/2014/main" id="{E233E926-97D4-460F-AB32-EE0684B7A474}"/>
              </a:ext>
            </a:extLst>
          </p:cNvPr>
          <p:cNvSpPr>
            <a:spLocks xmlns:a="http://schemas.openxmlformats.org/drawingml/2006/main" noGrp="1"/>
          </p:cNvSpPr>
          <p:nvPr/>
        </p:nvSpPr>
        <p:spPr>
          <a:xfrm xmlns:a="http://schemas.openxmlformats.org/drawingml/2006/main">
            <a:off x="10858500" y="514350"/>
            <a:ext cx="609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1">
                <a:solidFill>
                  <a:srgbClr val="167C78"/>
                </a:solidFill>
                <a:latin typeface="Malgun Gothic"/>
                <a:ea typeface="Malgun Gothic"/>
                <a:cs typeface="Malgun Gothic"/>
              </a:defRPr>
            </a:pPr>
            <a:r>
              <a:rPr sz="1350" b="1">
                <a:solidFill>
                  <a:srgbClr val="167C78"/>
                </a:solidFill>
                <a:latin typeface="Malgun Gothic"/>
                <a:ea typeface="Malgun Gothic"/>
                <a:cs typeface="Malgun Gothic"/>
              </a:rPr>
              <a:t>05</a:t>
            </a:r>
          </a:p>
        </p:txBody>
      </p:sp>
      <p:sp>
        <p:nvSpPr>
          <p:cNvPr id="3" name="">
            <a:extLst xmlns:a="http://schemas.openxmlformats.org/drawingml/2006/main">
              <a:ext uri="{FF2B5EF4-FFF2-40B4-BE49-F238E27FC236}">
                <a16:creationId xmlns:a16="http://schemas.microsoft.com/office/drawing/2014/main" id="{32EE266F-AC62-4CFB-8196-85768FA90C33}"/>
              </a:ext>
            </a:extLst>
          </p:cNvPr>
          <p:cNvSpPr>
            <a:spLocks xmlns:a="http://schemas.openxmlformats.org/drawingml/2006/main" noGrp="1"/>
          </p:cNvSpPr>
          <p:nvPr/>
        </p:nvSpPr>
        <p:spPr>
          <a:xfrm xmlns:a="http://schemas.openxmlformats.org/drawingml/2006/main">
            <a:off x="685800" y="1257300"/>
            <a:ext cx="10820400" cy="0"/>
          </a:xfrm>
          <a:prstGeom xmlns:a="http://schemas.openxmlformats.org/drawingml/2006/main" prst="line">
            <a:avLst/>
          </a:prstGeom>
          <a:ln xmlns:a="http://schemas.openxmlformats.org/drawingml/2006/main" w="11430">
            <a:solidFill>
              <a:srgbClr val="CAD5D1"/>
            </a:solidFill>
          </a:ln>
        </p:spPr>
      </p:sp>
      <p:sp>
        <p:nvSpPr>
          <p:cNvPr id="4" name="">
            <a:extLst xmlns:a="http://schemas.openxmlformats.org/drawingml/2006/main">
              <a:ext uri="{FF2B5EF4-FFF2-40B4-BE49-F238E27FC236}">
                <a16:creationId xmlns:a16="http://schemas.microsoft.com/office/drawing/2014/main" id="{85E32E98-ED5F-408D-BE23-27D3335A2EEA}"/>
              </a:ext>
            </a:extLst>
          </p:cNvPr>
          <p:cNvSpPr>
            <a:spLocks xmlns:a="http://schemas.openxmlformats.org/drawingml/2006/main" noGrp="1"/>
          </p:cNvSpPr>
          <p:nvPr/>
        </p:nvSpPr>
        <p:spPr>
          <a:xfrm xmlns:a="http://schemas.openxmlformats.org/drawingml/2006/main">
            <a:off x="857250" y="1695450"/>
            <a:ext cx="266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650" b="1">
                <a:solidFill>
                  <a:srgbClr val="167C78"/>
                </a:solidFill>
                <a:latin typeface="Malgun Gothic"/>
                <a:ea typeface="Malgun Gothic"/>
                <a:cs typeface="Malgun Gothic"/>
              </a:defRPr>
            </a:pPr>
            <a:r>
              <a:rPr sz="1650" b="1">
                <a:solidFill>
                  <a:srgbClr val="167C78"/>
                </a:solidFill>
                <a:latin typeface="Malgun Gothic"/>
                <a:ea typeface="Malgun Gothic"/>
                <a:cs typeface="Malgun Gothic"/>
              </a:rPr>
              <a:t>주장별 결과</a:t>
            </a:r>
          </a:p>
        </p:txBody>
      </p:sp>
      <p:sp>
        <p:nvSpPr>
          <p:cNvPr id="5" name="">
            <a:extLst xmlns:a="http://schemas.openxmlformats.org/drawingml/2006/main">
              <a:ext uri="{FF2B5EF4-FFF2-40B4-BE49-F238E27FC236}">
                <a16:creationId xmlns:a16="http://schemas.microsoft.com/office/drawing/2014/main" id="{29735433-AE2E-4641-A585-68900C143FA8}"/>
              </a:ext>
            </a:extLst>
          </p:cNvPr>
          <p:cNvSpPr>
            <a:spLocks xmlns:a="http://schemas.openxmlformats.org/drawingml/2006/main" noGrp="1"/>
          </p:cNvSpPr>
          <p:nvPr/>
        </p:nvSpPr>
        <p:spPr>
          <a:xfrm xmlns:a="http://schemas.openxmlformats.org/drawingml/2006/main">
            <a:off x="857250" y="220980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476"/>
          </a:bodyPr>
          <a:lstStyle xmlns:a="http://schemas.openxmlformats.org/drawingml/2006/main"/>
          <a:p xmlns:a="http://schemas.openxmlformats.org/drawingml/2006/main">
            <a:pPr>
              <a:buNone/>
              <a:defRPr sz="2100" b="1">
                <a:solidFill>
                  <a:srgbClr val="182329"/>
                </a:solidFill>
                <a:latin typeface="Malgun Gothic"/>
                <a:ea typeface="Malgun Gothic"/>
                <a:cs typeface="Malgun Gothic"/>
              </a:defRPr>
            </a:pPr>
            <a:r>
              <a:rPr sz="2100" b="1">
                <a:solidFill>
                  <a:srgbClr val="182329"/>
                </a:solidFill>
                <a:latin typeface="Malgun Gothic"/>
                <a:ea typeface="Malgun Gothic"/>
                <a:cs typeface="Malgun Gothic"/>
              </a:rPr>
              <a:t>판정</a:t>
            </a:r>
          </a:p>
        </p:txBody>
      </p:sp>
      <p:sp>
        <p:nvSpPr>
          <p:cNvPr id="6" name="">
            <a:extLst xmlns:a="http://schemas.openxmlformats.org/drawingml/2006/main">
              <a:ext uri="{FF2B5EF4-FFF2-40B4-BE49-F238E27FC236}">
                <a16:creationId xmlns:a16="http://schemas.microsoft.com/office/drawing/2014/main" id="{54156E2E-A067-4939-8628-DB577AF13630}"/>
              </a:ext>
            </a:extLst>
          </p:cNvPr>
          <p:cNvSpPr>
            <a:spLocks xmlns:a="http://schemas.openxmlformats.org/drawingml/2006/main" noGrp="1"/>
          </p:cNvSpPr>
          <p:nvPr/>
        </p:nvSpPr>
        <p:spPr>
          <a:xfrm xmlns:a="http://schemas.openxmlformats.org/drawingml/2006/main">
            <a:off x="857250" y="2686050"/>
            <a:ext cx="3905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725" b="0">
                <a:solidFill>
                  <a:srgbClr val="5C6B70"/>
                </a:solidFill>
                <a:latin typeface="Malgun Gothic"/>
                <a:ea typeface="Malgun Gothic"/>
                <a:cs typeface="Malgun Gothic"/>
              </a:defRPr>
            </a:pPr>
            <a:r>
              <a:rPr sz="1725" b="0">
                <a:solidFill>
                  <a:srgbClr val="5C6B70"/>
                </a:solidFill>
                <a:latin typeface="Malgun Gothic"/>
                <a:ea typeface="Malgun Gothic"/>
                <a:cs typeface="Malgun Gothic"/>
              </a:rPr>
              <a:t>뒷받침·일부 뒷받침·반박·근거 부족 등</a:t>
            </a:r>
          </a:p>
        </p:txBody>
      </p:sp>
      <p:sp>
        <p:nvSpPr>
          <p:cNvPr id="7" name="">
            <a:extLst xmlns:a="http://schemas.openxmlformats.org/drawingml/2006/main">
              <a:ext uri="{FF2B5EF4-FFF2-40B4-BE49-F238E27FC236}">
                <a16:creationId xmlns:a16="http://schemas.microsoft.com/office/drawing/2014/main" id="{9F5D8419-C7B4-4605-9665-68D339483C39}"/>
              </a:ext>
            </a:extLst>
          </p:cNvPr>
          <p:cNvSpPr>
            <a:spLocks xmlns:a="http://schemas.openxmlformats.org/drawingml/2006/main" noGrp="1"/>
          </p:cNvSpPr>
          <p:nvPr/>
        </p:nvSpPr>
        <p:spPr>
          <a:xfrm xmlns:a="http://schemas.openxmlformats.org/drawingml/2006/main">
            <a:off x="857250" y="365760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476"/>
          </a:bodyPr>
          <a:lstStyle xmlns:a="http://schemas.openxmlformats.org/drawingml/2006/main"/>
          <a:p xmlns:a="http://schemas.openxmlformats.org/drawingml/2006/main">
            <a:pPr>
              <a:buNone/>
              <a:defRPr sz="2100" b="1">
                <a:solidFill>
                  <a:srgbClr val="182329"/>
                </a:solidFill>
                <a:latin typeface="Malgun Gothic"/>
                <a:ea typeface="Malgun Gothic"/>
                <a:cs typeface="Malgun Gothic"/>
              </a:defRPr>
            </a:pPr>
            <a:r>
              <a:rPr sz="2100" b="1">
                <a:solidFill>
                  <a:srgbClr val="182329"/>
                </a:solidFill>
                <a:latin typeface="Malgun Gothic"/>
                <a:ea typeface="Malgun Gothic"/>
                <a:cs typeface="Malgun Gothic"/>
              </a:rPr>
              <a:t>근거</a:t>
            </a:r>
          </a:p>
        </p:txBody>
      </p:sp>
      <p:sp>
        <p:nvSpPr>
          <p:cNvPr id="8" name="">
            <a:extLst xmlns:a="http://schemas.openxmlformats.org/drawingml/2006/main">
              <a:ext uri="{FF2B5EF4-FFF2-40B4-BE49-F238E27FC236}">
                <a16:creationId xmlns:a16="http://schemas.microsoft.com/office/drawing/2014/main" id="{3C0E9DAB-FF29-4173-871C-A679B0395BA5}"/>
              </a:ext>
            </a:extLst>
          </p:cNvPr>
          <p:cNvSpPr>
            <a:spLocks xmlns:a="http://schemas.openxmlformats.org/drawingml/2006/main" noGrp="1"/>
          </p:cNvSpPr>
          <p:nvPr/>
        </p:nvSpPr>
        <p:spPr>
          <a:xfrm xmlns:a="http://schemas.openxmlformats.org/drawingml/2006/main">
            <a:off x="857250" y="4133850"/>
            <a:ext cx="3905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725" b="0">
                <a:solidFill>
                  <a:srgbClr val="5C6B70"/>
                </a:solidFill>
                <a:latin typeface="Malgun Gothic"/>
                <a:ea typeface="Malgun Gothic"/>
                <a:cs typeface="Malgun Gothic"/>
              </a:defRPr>
            </a:pPr>
            <a:r>
              <a:rPr sz="1725" b="0">
                <a:solidFill>
                  <a:srgbClr val="5C6B70"/>
                </a:solidFill>
                <a:latin typeface="Malgun Gothic"/>
                <a:ea typeface="Malgun Gothic"/>
                <a:cs typeface="Malgun Gothic"/>
              </a:rPr>
              <a:t>확인한 원문 인용과 연결된 출처</a:t>
            </a:r>
          </a:p>
        </p:txBody>
      </p:sp>
      <p:sp>
        <p:nvSpPr>
          <p:cNvPr id="9" name="">
            <a:extLst xmlns:a="http://schemas.openxmlformats.org/drawingml/2006/main">
              <a:ext uri="{FF2B5EF4-FFF2-40B4-BE49-F238E27FC236}">
                <a16:creationId xmlns:a16="http://schemas.microsoft.com/office/drawing/2014/main" id="{081C4119-ACF6-4EF8-B527-909DD3C3C144}"/>
              </a:ext>
            </a:extLst>
          </p:cNvPr>
          <p:cNvSpPr>
            <a:spLocks xmlns:a="http://schemas.openxmlformats.org/drawingml/2006/main" noGrp="1"/>
          </p:cNvSpPr>
          <p:nvPr/>
        </p:nvSpPr>
        <p:spPr>
          <a:xfrm xmlns:a="http://schemas.openxmlformats.org/drawingml/2006/main">
            <a:off x="6191250" y="1695450"/>
            <a:ext cx="2571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650" b="1">
                <a:solidFill>
                  <a:srgbClr val="C89643"/>
                </a:solidFill>
                <a:latin typeface="Malgun Gothic"/>
                <a:ea typeface="Malgun Gothic"/>
                <a:cs typeface="Malgun Gothic"/>
              </a:defRPr>
            </a:pPr>
            <a:r>
              <a:rPr sz="1650" b="1">
                <a:solidFill>
                  <a:srgbClr val="C89643"/>
                </a:solidFill>
                <a:latin typeface="Malgun Gothic"/>
                <a:ea typeface="Malgun Gothic"/>
                <a:cs typeface="Malgun Gothic"/>
              </a:rPr>
              <a:t>주의할 점</a:t>
            </a:r>
          </a:p>
        </p:txBody>
      </p:sp>
      <p:sp>
        <p:nvSpPr>
          <p:cNvPr id="10" name="">
            <a:extLst xmlns:a="http://schemas.openxmlformats.org/drawingml/2006/main">
              <a:ext uri="{FF2B5EF4-FFF2-40B4-BE49-F238E27FC236}">
                <a16:creationId xmlns:a16="http://schemas.microsoft.com/office/drawing/2014/main" id="{5C37ACDB-D8F1-410E-A0EE-F1FACB3AB166}"/>
              </a:ext>
            </a:extLst>
          </p:cNvPr>
          <p:cNvSpPr>
            <a:spLocks xmlns:a="http://schemas.openxmlformats.org/drawingml/2006/main" noGrp="1"/>
          </p:cNvSpPr>
          <p:nvPr/>
        </p:nvSpPr>
        <p:spPr>
          <a:xfrm xmlns:a="http://schemas.openxmlformats.org/drawingml/2006/main">
            <a:off x="6191250" y="2209800"/>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100" b="1">
                <a:solidFill>
                  <a:srgbClr val="182329"/>
                </a:solidFill>
                <a:latin typeface="Malgun Gothic"/>
                <a:ea typeface="Malgun Gothic"/>
                <a:cs typeface="Malgun Gothic"/>
              </a:defRPr>
            </a:pPr>
            <a:r>
              <a:rPr sz="2100" b="1">
                <a:solidFill>
                  <a:srgbClr val="182329"/>
                </a:solidFill>
                <a:latin typeface="Malgun Gothic"/>
                <a:ea typeface="Malgun Gothic"/>
                <a:cs typeface="Malgun Gothic"/>
              </a:rPr>
              <a:t>점수는 진실일 확률이 아닙니다</a:t>
            </a:r>
          </a:p>
        </p:txBody>
      </p:sp>
      <p:sp>
        <p:nvSpPr>
          <p:cNvPr id="11" name="">
            <a:extLst xmlns:a="http://schemas.openxmlformats.org/drawingml/2006/main">
              <a:ext uri="{FF2B5EF4-FFF2-40B4-BE49-F238E27FC236}">
                <a16:creationId xmlns:a16="http://schemas.microsoft.com/office/drawing/2014/main" id="{571D98DF-817E-4952-94BD-6B3BF9C72AFC}"/>
              </a:ext>
            </a:extLst>
          </p:cNvPr>
          <p:cNvSpPr>
            <a:spLocks xmlns:a="http://schemas.openxmlformats.org/drawingml/2006/main" noGrp="1"/>
          </p:cNvSpPr>
          <p:nvPr/>
        </p:nvSpPr>
        <p:spPr>
          <a:xfrm xmlns:a="http://schemas.openxmlformats.org/drawingml/2006/main">
            <a:off x="6191250" y="2838450"/>
            <a:ext cx="4953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725" b="0">
                <a:solidFill>
                  <a:srgbClr val="5C6B70"/>
                </a:solidFill>
                <a:latin typeface="Malgun Gothic"/>
                <a:ea typeface="Malgun Gothic"/>
                <a:cs typeface="Malgun Gothic"/>
              </a:defRPr>
            </a:pPr>
            <a:r>
              <a:rPr sz="1725" b="0">
                <a:solidFill>
                  <a:srgbClr val="5C6B70"/>
                </a:solidFill>
                <a:latin typeface="Malgun Gothic"/>
                <a:ea typeface="Malgun Gothic"/>
                <a:cs typeface="Malgun Gothic"/>
              </a:rPr>
              <a:t>0~100 점수는 판정에 연결된 표시값입니다.</a:t>
            </a:r>
          </a:p>
          <a:p xmlns:a="http://schemas.openxmlformats.org/drawingml/2006/main">
            <a:pPr>
              <a:buNone/>
              <a:defRPr sz="1725" b="0">
                <a:solidFill>
                  <a:srgbClr val="5C6B70"/>
                </a:solidFill>
                <a:latin typeface="Malgun Gothic"/>
                <a:ea typeface="Malgun Gothic"/>
                <a:cs typeface="Malgun Gothic"/>
              </a:defRPr>
            </a:pPr>
            <a:r>
              <a:rPr sz="1725" b="0">
                <a:solidFill>
                  <a:srgbClr val="5C6B70"/>
                </a:solidFill>
                <a:latin typeface="Malgun Gothic"/>
                <a:ea typeface="Malgun Gothic"/>
                <a:cs typeface="Malgun Gothic"/>
              </a:rPr>
              <a:t>출처가 여럿이어도 서로 독립 자료라는 뜻은 아닙니다.</a:t>
            </a:r>
          </a:p>
          <a:p xmlns:a="http://schemas.openxmlformats.org/drawingml/2006/main">
            <a:pPr>
              <a:buNone/>
              <a:defRPr sz="1725" b="0">
                <a:solidFill>
                  <a:srgbClr val="5C6B70"/>
                </a:solidFill>
                <a:latin typeface="Malgun Gothic"/>
                <a:ea typeface="Malgun Gothic"/>
                <a:cs typeface="Malgun Gothic"/>
              </a:defRPr>
            </a:pPr>
            <a:r>
              <a:rPr sz="1725" b="0">
                <a:solidFill>
                  <a:srgbClr val="5C6B70"/>
                </a:solidFill>
                <a:latin typeface="Malgun Gothic"/>
                <a:ea typeface="Malgun Gothic"/>
                <a:cs typeface="Malgun Gothic"/>
              </a:rPr>
              <a:t>검색 요약만으로 직접 인용을 만들지 않습니다.</a:t>
            </a:r>
          </a:p>
        </p:txBody>
      </p:sp>
      <p:sp>
        <p:nvSpPr>
          <p:cNvPr id="12" name="">
            <a:extLst xmlns:a="http://schemas.openxmlformats.org/drawingml/2006/main">
              <a:ext uri="{FF2B5EF4-FFF2-40B4-BE49-F238E27FC236}">
                <a16:creationId xmlns:a16="http://schemas.microsoft.com/office/drawing/2014/main" id="{EAC91167-1EB1-4D74-977B-F905E697841C}"/>
              </a:ext>
            </a:extLst>
          </p:cNvPr>
          <p:cNvSpPr>
            <a:spLocks xmlns:a="http://schemas.openxmlformats.org/drawingml/2006/main" noGrp="1"/>
          </p:cNvSpPr>
          <p:nvPr/>
        </p:nvSpPr>
        <p:spPr>
          <a:xfrm xmlns:a="http://schemas.openxmlformats.org/drawingml/2006/main">
            <a:off x="6191250" y="5010150"/>
            <a:ext cx="485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304"/>
          </a:bodyPr>
          <a:lstStyle xmlns:a="http://schemas.openxmlformats.org/drawingml/2006/main"/>
          <a:p xmlns:a="http://schemas.openxmlformats.org/drawingml/2006/main">
            <a:pPr>
              <a:buNone/>
              <a:defRPr sz="1725" b="1">
                <a:solidFill>
                  <a:srgbClr val="167C78"/>
                </a:solidFill>
                <a:latin typeface="Malgun Gothic"/>
                <a:ea typeface="Malgun Gothic"/>
                <a:cs typeface="Malgun Gothic"/>
              </a:defRPr>
            </a:pPr>
            <a:r>
              <a:rPr sz="1725" b="1">
                <a:solidFill>
                  <a:srgbClr val="167C78"/>
                </a:solidFill>
                <a:latin typeface="Malgun Gothic"/>
                <a:ea typeface="Malgun Gothic"/>
                <a:cs typeface="Malgun Gothic"/>
              </a:rPr>
              <a:t>AI의 결론보다 인용된 문장과 조건을 먼저 확인하세요.</a:t>
            </a:r>
          </a:p>
        </p:txBody>
      </p:sp>
    </p:spTree>
    <p:extLst>
      <p:ext uri="{BB962C8B-B14F-4D97-AF65-F5344CB8AC3E}">
        <p14:creationId xmlns:p14="http://schemas.microsoft.com/office/powerpoint/2010/main" val="1070727553"/>
      </p:ext>
    </p:extLst>
  </p:cSld>
</p:sld>
</file>

<file path=ppt/slides/slide6.xml><?xml version="1.0" encoding="utf-8"?>
<p:sld xmlns:p="http://schemas.openxmlformats.org/presentationml/2006/main">
  <p:cSld>
    <p:bg>
      <p:bgPr>
        <a:solidFill xmlns:a="http://schemas.openxmlformats.org/drawingml/2006/main">
          <a:srgbClr val="F4F6F3"/>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0A2801D-17EF-404D-8FFE-7ADAE3364BA1}"/>
              </a:ext>
            </a:extLst>
          </p:cNvPr>
          <p:cNvSpPr>
            <a:spLocks xmlns:a="http://schemas.openxmlformats.org/drawingml/2006/main" noGrp="1"/>
          </p:cNvSpPr>
          <p:nvPr/>
        </p:nvSpPr>
        <p:spPr>
          <a:xfrm xmlns:a="http://schemas.openxmlformats.org/drawingml/2006/main">
            <a:off x="685800" y="4572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3300" b="1">
                <a:solidFill>
                  <a:srgbClr val="182329"/>
                </a:solidFill>
                <a:latin typeface="Malgun Gothic"/>
                <a:ea typeface="Malgun Gothic"/>
                <a:cs typeface="Malgun Gothic"/>
              </a:defRPr>
            </a:pPr>
            <a:r>
              <a:rPr sz="3300" b="1">
                <a:solidFill>
                  <a:srgbClr val="182329"/>
                </a:solidFill>
                <a:latin typeface="Malgun Gothic"/>
                <a:ea typeface="Malgun Gothic"/>
                <a:cs typeface="Malgun Gothic"/>
              </a:rPr>
              <a:t>시연: ‘대한민국의 수도는 서울이다’ 확인하기</a:t>
            </a:r>
          </a:p>
        </p:txBody>
      </p:sp>
      <p:sp>
        <p:nvSpPr>
          <p:cNvPr id="2" name="">
            <a:extLst xmlns:a="http://schemas.openxmlformats.org/drawingml/2006/main">
              <a:ext uri="{FF2B5EF4-FFF2-40B4-BE49-F238E27FC236}">
                <a16:creationId xmlns:a16="http://schemas.microsoft.com/office/drawing/2014/main" id="{1998A439-F807-4196-B864-99917795FEFB}"/>
              </a:ext>
            </a:extLst>
          </p:cNvPr>
          <p:cNvSpPr>
            <a:spLocks xmlns:a="http://schemas.openxmlformats.org/drawingml/2006/main" noGrp="1"/>
          </p:cNvSpPr>
          <p:nvPr/>
        </p:nvSpPr>
        <p:spPr>
          <a:xfrm xmlns:a="http://schemas.openxmlformats.org/drawingml/2006/main">
            <a:off x="10858500" y="514350"/>
            <a:ext cx="609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1">
                <a:solidFill>
                  <a:srgbClr val="167C78"/>
                </a:solidFill>
                <a:latin typeface="Malgun Gothic"/>
                <a:ea typeface="Malgun Gothic"/>
                <a:cs typeface="Malgun Gothic"/>
              </a:defRPr>
            </a:pPr>
            <a:r>
              <a:rPr sz="1350" b="1">
                <a:solidFill>
                  <a:srgbClr val="167C78"/>
                </a:solidFill>
                <a:latin typeface="Malgun Gothic"/>
                <a:ea typeface="Malgun Gothic"/>
                <a:cs typeface="Malgun Gothic"/>
              </a:rPr>
              <a:t>06</a:t>
            </a:r>
          </a:p>
        </p:txBody>
      </p:sp>
      <p:sp>
        <p:nvSpPr>
          <p:cNvPr id="3" name="">
            <a:extLst xmlns:a="http://schemas.openxmlformats.org/drawingml/2006/main">
              <a:ext uri="{FF2B5EF4-FFF2-40B4-BE49-F238E27FC236}">
                <a16:creationId xmlns:a16="http://schemas.microsoft.com/office/drawing/2014/main" id="{C684D7AC-AB25-44E8-BA9C-952B93D1B7C0}"/>
              </a:ext>
            </a:extLst>
          </p:cNvPr>
          <p:cNvSpPr>
            <a:spLocks xmlns:a="http://schemas.openxmlformats.org/drawingml/2006/main" noGrp="1"/>
          </p:cNvSpPr>
          <p:nvPr/>
        </p:nvSpPr>
        <p:spPr>
          <a:xfrm xmlns:a="http://schemas.openxmlformats.org/drawingml/2006/main">
            <a:off x="685800" y="1257300"/>
            <a:ext cx="10820400" cy="0"/>
          </a:xfrm>
          <a:prstGeom xmlns:a="http://schemas.openxmlformats.org/drawingml/2006/main" prst="line">
            <a:avLst/>
          </a:prstGeom>
          <a:ln xmlns:a="http://schemas.openxmlformats.org/drawingml/2006/main" w="11430">
            <a:solidFill>
              <a:srgbClr val="CAD5D1"/>
            </a:solidFill>
          </a:ln>
        </p:spPr>
      </p:sp>
      <p:sp>
        <p:nvSpPr>
          <p:cNvPr id="4" name="">
            <a:extLst xmlns:a="http://schemas.openxmlformats.org/drawingml/2006/main">
              <a:ext uri="{FF2B5EF4-FFF2-40B4-BE49-F238E27FC236}">
                <a16:creationId xmlns:a16="http://schemas.microsoft.com/office/drawing/2014/main" id="{C578991D-AB5C-41FF-90F1-B03A30F8F348}"/>
              </a:ext>
            </a:extLst>
          </p:cNvPr>
          <p:cNvSpPr>
            <a:spLocks xmlns:a="http://schemas.openxmlformats.org/drawingml/2006/main" noGrp="1"/>
          </p:cNvSpPr>
          <p:nvPr/>
        </p:nvSpPr>
        <p:spPr>
          <a:xfrm xmlns:a="http://schemas.openxmlformats.org/drawingml/2006/main">
            <a:off x="857250" y="1657350"/>
            <a:ext cx="361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650" b="1">
                <a:solidFill>
                  <a:srgbClr val="167C78"/>
                </a:solidFill>
                <a:latin typeface="Malgun Gothic"/>
                <a:ea typeface="Malgun Gothic"/>
                <a:cs typeface="Malgun Gothic"/>
              </a:defRPr>
            </a:pPr>
            <a:r>
              <a:rPr sz="1650" b="1">
                <a:solidFill>
                  <a:srgbClr val="167C78"/>
                </a:solidFill>
                <a:latin typeface="Malgun Gothic"/>
                <a:ea typeface="Malgun Gothic"/>
                <a:cs typeface="Malgun Gothic"/>
              </a:rPr>
              <a:t>시연에서 보여줄 순서</a:t>
            </a:r>
          </a:p>
        </p:txBody>
      </p:sp>
      <p:sp>
        <p:nvSpPr>
          <p:cNvPr id="5" name="">
            <a:extLst xmlns:a="http://schemas.openxmlformats.org/drawingml/2006/main">
              <a:ext uri="{FF2B5EF4-FFF2-40B4-BE49-F238E27FC236}">
                <a16:creationId xmlns:a16="http://schemas.microsoft.com/office/drawing/2014/main" id="{EBFA50C7-9782-42DC-B89A-FE7590C32F15}"/>
              </a:ext>
            </a:extLst>
          </p:cNvPr>
          <p:cNvSpPr>
            <a:spLocks xmlns:a="http://schemas.openxmlformats.org/drawingml/2006/main" noGrp="1"/>
          </p:cNvSpPr>
          <p:nvPr/>
        </p:nvSpPr>
        <p:spPr>
          <a:xfrm xmlns:a="http://schemas.openxmlformats.org/drawingml/2006/main">
            <a:off x="857250" y="2247900"/>
            <a:ext cx="400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875" b="1">
                <a:solidFill>
                  <a:srgbClr val="182329"/>
                </a:solidFill>
                <a:latin typeface="Malgun Gothic"/>
                <a:ea typeface="Malgun Gothic"/>
                <a:cs typeface="Malgun Gothic"/>
              </a:defRPr>
            </a:pPr>
            <a:r>
              <a:rPr sz="1875" b="1">
                <a:solidFill>
                  <a:srgbClr val="182329"/>
                </a:solidFill>
                <a:latin typeface="Malgun Gothic"/>
                <a:ea typeface="Malgun Gothic"/>
                <a:cs typeface="Malgun Gothic"/>
              </a:rPr>
              <a:t>1  동의 안내 확인</a:t>
            </a:r>
          </a:p>
        </p:txBody>
      </p:sp>
      <p:sp>
        <p:nvSpPr>
          <p:cNvPr id="6" name="">
            <a:extLst xmlns:a="http://schemas.openxmlformats.org/drawingml/2006/main">
              <a:ext uri="{FF2B5EF4-FFF2-40B4-BE49-F238E27FC236}">
                <a16:creationId xmlns:a16="http://schemas.microsoft.com/office/drawing/2014/main" id="{360BE83F-FD5A-496A-B7CC-2A1BFDC3AB93}"/>
              </a:ext>
            </a:extLst>
          </p:cNvPr>
          <p:cNvSpPr>
            <a:spLocks xmlns:a="http://schemas.openxmlformats.org/drawingml/2006/main" noGrp="1"/>
          </p:cNvSpPr>
          <p:nvPr/>
        </p:nvSpPr>
        <p:spPr>
          <a:xfrm xmlns:a="http://schemas.openxmlformats.org/drawingml/2006/main">
            <a:off x="857250" y="285750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875" b="1">
                <a:solidFill>
                  <a:srgbClr val="182329"/>
                </a:solidFill>
                <a:latin typeface="Malgun Gothic"/>
                <a:ea typeface="Malgun Gothic"/>
                <a:cs typeface="Malgun Gothic"/>
              </a:defRPr>
            </a:pPr>
            <a:r>
              <a:rPr sz="1875" b="1">
                <a:solidFill>
                  <a:srgbClr val="182329"/>
                </a:solidFill>
                <a:latin typeface="Malgun Gothic"/>
                <a:ea typeface="Malgun Gothic"/>
                <a:cs typeface="Malgun Gothic"/>
              </a:rPr>
              <a:t>2  문장을 입력하고 검증 시작</a:t>
            </a:r>
          </a:p>
        </p:txBody>
      </p:sp>
      <p:sp>
        <p:nvSpPr>
          <p:cNvPr id="7" name="">
            <a:extLst xmlns:a="http://schemas.openxmlformats.org/drawingml/2006/main">
              <a:ext uri="{FF2B5EF4-FFF2-40B4-BE49-F238E27FC236}">
                <a16:creationId xmlns:a16="http://schemas.microsoft.com/office/drawing/2014/main" id="{48705535-0F2C-48D8-87A0-DE4AD30EBCF3}"/>
              </a:ext>
            </a:extLst>
          </p:cNvPr>
          <p:cNvSpPr>
            <a:spLocks xmlns:a="http://schemas.openxmlformats.org/drawingml/2006/main" noGrp="1"/>
          </p:cNvSpPr>
          <p:nvPr/>
        </p:nvSpPr>
        <p:spPr>
          <a:xfrm xmlns:a="http://schemas.openxmlformats.org/drawingml/2006/main">
            <a:off x="857250" y="346710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875" b="1">
                <a:solidFill>
                  <a:srgbClr val="182329"/>
                </a:solidFill>
                <a:latin typeface="Malgun Gothic"/>
                <a:ea typeface="Malgun Gothic"/>
                <a:cs typeface="Malgun Gothic"/>
              </a:defRPr>
            </a:pPr>
            <a:r>
              <a:rPr sz="1875" b="1">
                <a:solidFill>
                  <a:srgbClr val="182329"/>
                </a:solidFill>
                <a:latin typeface="Malgun Gothic"/>
                <a:ea typeface="Malgun Gothic"/>
                <a:cs typeface="Malgun Gothic"/>
              </a:rPr>
              <a:t>3  진행 단계와 찾은 출처 보기</a:t>
            </a:r>
          </a:p>
        </p:txBody>
      </p:sp>
      <p:sp>
        <p:nvSpPr>
          <p:cNvPr id="8" name="">
            <a:extLst xmlns:a="http://schemas.openxmlformats.org/drawingml/2006/main">
              <a:ext uri="{FF2B5EF4-FFF2-40B4-BE49-F238E27FC236}">
                <a16:creationId xmlns:a16="http://schemas.microsoft.com/office/drawing/2014/main" id="{1A9AAFA1-096D-4554-9B3B-1C17F10AEAC6}"/>
              </a:ext>
            </a:extLst>
          </p:cNvPr>
          <p:cNvSpPr>
            <a:spLocks xmlns:a="http://schemas.openxmlformats.org/drawingml/2006/main" noGrp="1"/>
          </p:cNvSpPr>
          <p:nvPr/>
        </p:nvSpPr>
        <p:spPr>
          <a:xfrm xmlns:a="http://schemas.openxmlformats.org/drawingml/2006/main">
            <a:off x="857250" y="407670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875" b="1">
                <a:solidFill>
                  <a:srgbClr val="182329"/>
                </a:solidFill>
                <a:latin typeface="Malgun Gothic"/>
                <a:ea typeface="Malgun Gothic"/>
                <a:cs typeface="Malgun Gothic"/>
              </a:defRPr>
            </a:pPr>
            <a:r>
              <a:rPr sz="1875" b="1">
                <a:solidFill>
                  <a:srgbClr val="182329"/>
                </a:solidFill>
                <a:latin typeface="Malgun Gothic"/>
                <a:ea typeface="Malgun Gothic"/>
                <a:cs typeface="Malgun Gothic"/>
              </a:rPr>
              <a:t>4  주장 판정과 원문 인용 대조</a:t>
            </a:r>
          </a:p>
        </p:txBody>
      </p:sp>
      <p:sp>
        <p:nvSpPr>
          <p:cNvPr id="9" name="">
            <a:extLst xmlns:a="http://schemas.openxmlformats.org/drawingml/2006/main">
              <a:ext uri="{FF2B5EF4-FFF2-40B4-BE49-F238E27FC236}">
                <a16:creationId xmlns:a16="http://schemas.microsoft.com/office/drawing/2014/main" id="{E37101A6-4A16-4300-A63F-A35287F19EE4}"/>
              </a:ext>
            </a:extLst>
          </p:cNvPr>
          <p:cNvSpPr>
            <a:spLocks xmlns:a="http://schemas.openxmlformats.org/drawingml/2006/main" noGrp="1"/>
          </p:cNvSpPr>
          <p:nvPr/>
        </p:nvSpPr>
        <p:spPr>
          <a:xfrm xmlns:a="http://schemas.openxmlformats.org/drawingml/2006/main">
            <a:off x="857250" y="468630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875" b="1">
                <a:solidFill>
                  <a:srgbClr val="182329"/>
                </a:solidFill>
                <a:latin typeface="Malgun Gothic"/>
                <a:ea typeface="Malgun Gothic"/>
                <a:cs typeface="Malgun Gothic"/>
              </a:defRPr>
            </a:pPr>
            <a:r>
              <a:rPr sz="1875" b="1">
                <a:solidFill>
                  <a:srgbClr val="182329"/>
                </a:solidFill>
                <a:latin typeface="Malgun Gothic"/>
                <a:ea typeface="Malgun Gothic"/>
                <a:cs typeface="Malgun Gothic"/>
              </a:rPr>
              <a:t>5  출처 페이지를 열어 직접 확인</a:t>
            </a:r>
          </a:p>
        </p:txBody>
      </p:sp>
      <p:sp>
        <p:nvSpPr>
          <p:cNvPr id="10" name="">
            <a:extLst xmlns:a="http://schemas.openxmlformats.org/drawingml/2006/main">
              <a:ext uri="{FF2B5EF4-FFF2-40B4-BE49-F238E27FC236}">
                <a16:creationId xmlns:a16="http://schemas.microsoft.com/office/drawing/2014/main" id="{83D71076-FD03-4C3C-BE81-F81F339E10F3}"/>
              </a:ext>
            </a:extLst>
          </p:cNvPr>
          <p:cNvSpPr>
            <a:spLocks xmlns:a="http://schemas.openxmlformats.org/drawingml/2006/main" noGrp="1"/>
          </p:cNvSpPr>
          <p:nvPr/>
        </p:nvSpPr>
        <p:spPr>
          <a:xfrm xmlns:a="http://schemas.openxmlformats.org/drawingml/2006/main">
            <a:off x="7191375" y="1962150"/>
            <a:ext cx="342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2325" b="1">
                <a:solidFill>
                  <a:srgbClr val="167C78"/>
                </a:solidFill>
                <a:latin typeface="Arial"/>
                <a:ea typeface="Arial"/>
                <a:cs typeface="Arial"/>
              </a:defRPr>
            </a:pPr>
            <a:r>
              <a:rPr sz="2325" b="1">
                <a:solidFill>
                  <a:srgbClr val="167C78"/>
                </a:solidFill>
                <a:latin typeface="Arial"/>
                <a:ea typeface="Arial"/>
                <a:cs typeface="Arial"/>
              </a:rPr>
              <a:t/>
            </a:r>
          </a:p>
        </p:txBody>
      </p:sp>
      <p:sp>
        <p:nvSpPr>
          <p:cNvPr id="11" name="">
            <a:extLst xmlns:a="http://schemas.openxmlformats.org/drawingml/2006/main">
              <a:ext uri="{FF2B5EF4-FFF2-40B4-BE49-F238E27FC236}">
                <a16:creationId xmlns:a16="http://schemas.microsoft.com/office/drawing/2014/main" id="{B28E7EF3-4C78-4D15-8687-C4B0BAF08D1B}"/>
              </a:ext>
            </a:extLst>
          </p:cNvPr>
          <p:cNvSpPr>
            <a:spLocks xmlns:a="http://schemas.openxmlformats.org/drawingml/2006/main" noGrp="1"/>
          </p:cNvSpPr>
          <p:nvPr/>
        </p:nvSpPr>
        <p:spPr>
          <a:xfrm xmlns:a="http://schemas.openxmlformats.org/drawingml/2006/main">
            <a:off x="7191375" y="2724150"/>
            <a:ext cx="38100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875" b="0">
                <a:solidFill>
                  <a:srgbClr val="182329"/>
                </a:solidFill>
                <a:latin typeface="Malgun Gothic"/>
                <a:ea typeface="Malgun Gothic"/>
                <a:cs typeface="Malgun Gothic"/>
              </a:defRPr>
            </a:pPr>
            <a:r>
              <a:rPr sz="1875" b="0">
                <a:solidFill>
                  <a:srgbClr val="182329"/>
                </a:solidFill>
                <a:latin typeface="Malgun Gothic"/>
                <a:ea typeface="Malgun Gothic"/>
                <a:cs typeface="Malgun Gothic"/>
              </a:rPr>
              <a:t>실제 서비스가 느리거나 연결되지 않으면</a:t>
            </a:r>
          </a:p>
          <a:p xmlns:a="http://schemas.openxmlformats.org/drawingml/2006/main">
            <a:pPr>
              <a:buNone/>
              <a:defRPr sz="1875" b="0">
                <a:solidFill>
                  <a:srgbClr val="182329"/>
                </a:solidFill>
                <a:latin typeface="Malgun Gothic"/>
                <a:ea typeface="Malgun Gothic"/>
                <a:cs typeface="Malgun Gothic"/>
              </a:defRPr>
            </a:pPr>
            <a:r>
              <a:rPr sz="1875" b="0">
                <a:solidFill>
                  <a:srgbClr val="182329"/>
                </a:solidFill>
                <a:latin typeface="Malgun Gothic"/>
                <a:ea typeface="Malgun Gothic"/>
                <a:cs typeface="Malgun Gothic"/>
              </a:rPr>
              <a:t>합성 데모 화면으로 대체하고</a:t>
            </a:r>
          </a:p>
          <a:p xmlns:a="http://schemas.openxmlformats.org/drawingml/2006/main">
            <a:pPr>
              <a:buNone/>
              <a:defRPr sz="1875" b="0">
                <a:solidFill>
                  <a:srgbClr val="182329"/>
                </a:solidFill>
                <a:latin typeface="Malgun Gothic"/>
                <a:ea typeface="Malgun Gothic"/>
                <a:cs typeface="Malgun Gothic"/>
              </a:defRPr>
            </a:pPr>
            <a:r>
              <a:rPr sz="1875" b="0">
                <a:solidFill>
                  <a:srgbClr val="182329"/>
                </a:solidFill>
                <a:latin typeface="Malgun Gothic"/>
                <a:ea typeface="Malgun Gothic"/>
                <a:cs typeface="Malgun Gothic"/>
              </a:rPr>
              <a:t>‘시연용 예시’라고 먼저 알립니다.</a:t>
            </a:r>
          </a:p>
        </p:txBody>
      </p:sp>
      <p:sp>
        <p:nvSpPr>
          <p:cNvPr id="12" name="">
            <a:extLst xmlns:a="http://schemas.openxmlformats.org/drawingml/2006/main">
              <a:ext uri="{FF2B5EF4-FFF2-40B4-BE49-F238E27FC236}">
                <a16:creationId xmlns:a16="http://schemas.microsoft.com/office/drawing/2014/main" id="{0B4B8D1D-55DA-455C-80E6-14FBF610711B}"/>
              </a:ext>
            </a:extLst>
          </p:cNvPr>
          <p:cNvSpPr>
            <a:spLocks xmlns:a="http://schemas.openxmlformats.org/drawingml/2006/main" noGrp="1"/>
          </p:cNvSpPr>
          <p:nvPr/>
        </p:nvSpPr>
        <p:spPr>
          <a:xfrm xmlns:a="http://schemas.openxmlformats.org/drawingml/2006/main">
            <a:off x="7191375" y="4686300"/>
            <a:ext cx="3810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0">
                <a:solidFill>
                  <a:srgbClr val="5C6B70"/>
                </a:solidFill>
                <a:latin typeface="Malgun Gothic"/>
                <a:ea typeface="Malgun Gothic"/>
                <a:cs typeface="Malgun Gothic"/>
              </a:defRPr>
            </a:pPr>
            <a:r>
              <a:rPr sz="1425" b="0">
                <a:solidFill>
                  <a:srgbClr val="5C6B70"/>
                </a:solidFill>
                <a:latin typeface="Malgun Gothic"/>
                <a:ea typeface="Malgun Gothic"/>
                <a:cs typeface="Malgun Gothic"/>
              </a:rPr>
              <a:t>실제 결과는 제공자 응답과 출처에 따라 달라질 수 있습니다.</a:t>
            </a:r>
          </a:p>
        </p:txBody>
      </p:sp>
    </p:spTree>
    <p:extLst>
      <p:ext uri="{BB962C8B-B14F-4D97-AF65-F5344CB8AC3E}">
        <p14:creationId xmlns:p14="http://schemas.microsoft.com/office/powerpoint/2010/main" val="1504012159"/>
      </p:ext>
    </p:extLst>
  </p:cSld>
</p:sld>
</file>

<file path=ppt/slides/slide7.xml><?xml version="1.0" encoding="utf-8"?>
<p:sld xmlns:p="http://schemas.openxmlformats.org/presentationml/2006/main">
  <p:cSld>
    <p:bg>
      <p:bgPr>
        <a:solidFill xmlns:a="http://schemas.openxmlformats.org/drawingml/2006/main">
          <a:srgbClr val="F4F6F3"/>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2F7F5EC9-B0BA-4DF8-A5BF-0D3B65958D7E}"/>
              </a:ext>
            </a:extLst>
          </p:cNvPr>
          <p:cNvSpPr>
            <a:spLocks xmlns:a="http://schemas.openxmlformats.org/drawingml/2006/main" noGrp="1"/>
          </p:cNvSpPr>
          <p:nvPr/>
        </p:nvSpPr>
        <p:spPr>
          <a:xfrm xmlns:a="http://schemas.openxmlformats.org/drawingml/2006/main">
            <a:off x="685800" y="4572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3300" b="1">
                <a:solidFill>
                  <a:srgbClr val="182329"/>
                </a:solidFill>
                <a:latin typeface="Malgun Gothic"/>
                <a:ea typeface="Malgun Gothic"/>
                <a:cs typeface="Malgun Gothic"/>
              </a:defRPr>
            </a:pPr>
            <a:r>
              <a:rPr sz="3300" b="1">
                <a:solidFill>
                  <a:srgbClr val="182329"/>
                </a:solidFill>
                <a:latin typeface="Malgun Gothic"/>
                <a:ea typeface="Malgun Gothic"/>
                <a:cs typeface="Malgun Gothic"/>
              </a:rPr>
              <a:t>화면과 AI 호출은 서버를 거칩니다</a:t>
            </a:r>
          </a:p>
        </p:txBody>
      </p:sp>
      <p:sp>
        <p:nvSpPr>
          <p:cNvPr id="2" name="">
            <a:extLst xmlns:a="http://schemas.openxmlformats.org/drawingml/2006/main">
              <a:ext uri="{FF2B5EF4-FFF2-40B4-BE49-F238E27FC236}">
                <a16:creationId xmlns:a16="http://schemas.microsoft.com/office/drawing/2014/main" id="{9417543E-95B9-4FC3-B673-2DA47F0474A4}"/>
              </a:ext>
            </a:extLst>
          </p:cNvPr>
          <p:cNvSpPr>
            <a:spLocks xmlns:a="http://schemas.openxmlformats.org/drawingml/2006/main" noGrp="1"/>
          </p:cNvSpPr>
          <p:nvPr/>
        </p:nvSpPr>
        <p:spPr>
          <a:xfrm xmlns:a="http://schemas.openxmlformats.org/drawingml/2006/main">
            <a:off x="10858500" y="514350"/>
            <a:ext cx="609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1">
                <a:solidFill>
                  <a:srgbClr val="167C78"/>
                </a:solidFill>
                <a:latin typeface="Malgun Gothic"/>
                <a:ea typeface="Malgun Gothic"/>
                <a:cs typeface="Malgun Gothic"/>
              </a:defRPr>
            </a:pPr>
            <a:r>
              <a:rPr sz="1350" b="1">
                <a:solidFill>
                  <a:srgbClr val="167C78"/>
                </a:solidFill>
                <a:latin typeface="Malgun Gothic"/>
                <a:ea typeface="Malgun Gothic"/>
                <a:cs typeface="Malgun Gothic"/>
              </a:rPr>
              <a:t>07</a:t>
            </a:r>
          </a:p>
        </p:txBody>
      </p:sp>
      <p:sp>
        <p:nvSpPr>
          <p:cNvPr id="3" name="">
            <a:extLst xmlns:a="http://schemas.openxmlformats.org/drawingml/2006/main">
              <a:ext uri="{FF2B5EF4-FFF2-40B4-BE49-F238E27FC236}">
                <a16:creationId xmlns:a16="http://schemas.microsoft.com/office/drawing/2014/main" id="{19A80266-0F6F-4590-A6E6-B546BA6A13B9}"/>
              </a:ext>
            </a:extLst>
          </p:cNvPr>
          <p:cNvSpPr>
            <a:spLocks xmlns:a="http://schemas.openxmlformats.org/drawingml/2006/main" noGrp="1"/>
          </p:cNvSpPr>
          <p:nvPr/>
        </p:nvSpPr>
        <p:spPr>
          <a:xfrm xmlns:a="http://schemas.openxmlformats.org/drawingml/2006/main">
            <a:off x="685800" y="1257300"/>
            <a:ext cx="10820400" cy="0"/>
          </a:xfrm>
          <a:prstGeom xmlns:a="http://schemas.openxmlformats.org/drawingml/2006/main" prst="line">
            <a:avLst/>
          </a:prstGeom>
          <a:ln xmlns:a="http://schemas.openxmlformats.org/drawingml/2006/main" w="11430">
            <a:solidFill>
              <a:srgbClr val="CAD5D1"/>
            </a:solidFill>
          </a:ln>
        </p:spPr>
      </p:sp>
      <p:sp>
        <p:nvSpPr>
          <p:cNvPr id="4" name="">
            <a:extLst xmlns:a="http://schemas.openxmlformats.org/drawingml/2006/main">
              <a:ext uri="{FF2B5EF4-FFF2-40B4-BE49-F238E27FC236}">
                <a16:creationId xmlns:a16="http://schemas.microsoft.com/office/drawing/2014/main" id="{DCAB9CB8-E55F-4447-B6BA-20419D25556F}"/>
              </a:ext>
            </a:extLst>
          </p:cNvPr>
          <p:cNvSpPr>
            <a:spLocks xmlns:a="http://schemas.openxmlformats.org/drawingml/2006/main" noGrp="1"/>
          </p:cNvSpPr>
          <p:nvPr/>
        </p:nvSpPr>
        <p:spPr>
          <a:xfrm xmlns:a="http://schemas.openxmlformats.org/drawingml/2006/main">
            <a:off x="742950" y="1962150"/>
            <a:ext cx="762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216"/>
          </a:bodyPr>
          <a:lstStyle xmlns:a="http://schemas.openxmlformats.org/drawingml/2006/main"/>
          <a:p xmlns:a="http://schemas.openxmlformats.org/drawingml/2006/main">
            <a:pPr>
              <a:buNone/>
              <a:defRPr sz="2550" b="1">
                <a:solidFill>
                  <a:srgbClr val="167C78"/>
                </a:solidFill>
                <a:latin typeface="Malgun Gothic"/>
                <a:ea typeface="Malgun Gothic"/>
                <a:cs typeface="Malgun Gothic"/>
              </a:defRPr>
            </a:pPr>
            <a:r>
              <a:rPr sz="2550" b="1">
                <a:solidFill>
                  <a:srgbClr val="167C78"/>
                </a:solidFill>
                <a:latin typeface="Malgun Gothic"/>
                <a:ea typeface="Malgun Gothic"/>
                <a:cs typeface="Malgun Gothic"/>
              </a:rPr>
              <a:t>01</a:t>
            </a:r>
          </a:p>
        </p:txBody>
      </p:sp>
      <p:sp>
        <p:nvSpPr>
          <p:cNvPr id="5" name="">
            <a:extLst xmlns:a="http://schemas.openxmlformats.org/drawingml/2006/main">
              <a:ext uri="{FF2B5EF4-FFF2-40B4-BE49-F238E27FC236}">
                <a16:creationId xmlns:a16="http://schemas.microsoft.com/office/drawing/2014/main" id="{B332B6D7-5DA1-4E91-BA4E-4B694F98416B}"/>
              </a:ext>
            </a:extLst>
          </p:cNvPr>
          <p:cNvSpPr>
            <a:spLocks xmlns:a="http://schemas.openxmlformats.org/drawingml/2006/main" noGrp="1"/>
          </p:cNvSpPr>
          <p:nvPr/>
        </p:nvSpPr>
        <p:spPr>
          <a:xfrm xmlns:a="http://schemas.openxmlformats.org/drawingml/2006/main">
            <a:off x="742950" y="2647950"/>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875" b="1">
                <a:solidFill>
                  <a:srgbClr val="182329"/>
                </a:solidFill>
                <a:latin typeface="Malgun Gothic"/>
                <a:ea typeface="Malgun Gothic"/>
                <a:cs typeface="Malgun Gothic"/>
              </a:defRPr>
            </a:pPr>
            <a:r>
              <a:rPr sz="1875" b="1">
                <a:solidFill>
                  <a:srgbClr val="182329"/>
                </a:solidFill>
                <a:latin typeface="Malgun Gothic"/>
                <a:ea typeface="Malgun Gothic"/>
                <a:cs typeface="Malgun Gothic"/>
              </a:rPr>
              <a:t>사용자 화면</a:t>
            </a:r>
          </a:p>
        </p:txBody>
      </p:sp>
      <p:sp>
        <p:nvSpPr>
          <p:cNvPr id="6" name="">
            <a:extLst xmlns:a="http://schemas.openxmlformats.org/drawingml/2006/main">
              <a:ext uri="{FF2B5EF4-FFF2-40B4-BE49-F238E27FC236}">
                <a16:creationId xmlns:a16="http://schemas.microsoft.com/office/drawing/2014/main" id="{3643BFE8-9187-4D16-BE9F-2564988C7EEE}"/>
              </a:ext>
            </a:extLst>
          </p:cNvPr>
          <p:cNvSpPr>
            <a:spLocks xmlns:a="http://schemas.openxmlformats.org/drawingml/2006/main" noGrp="1"/>
          </p:cNvSpPr>
          <p:nvPr/>
        </p:nvSpPr>
        <p:spPr>
          <a:xfrm xmlns:a="http://schemas.openxmlformats.org/drawingml/2006/main">
            <a:off x="742950" y="3219450"/>
            <a:ext cx="2190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725" b="0">
                <a:solidFill>
                  <a:srgbClr val="5C6B70"/>
                </a:solidFill>
                <a:latin typeface="Malgun Gothic"/>
                <a:ea typeface="Malgun Gothic"/>
                <a:cs typeface="Malgun Gothic"/>
              </a:defRPr>
            </a:pPr>
            <a:r>
              <a:rPr sz="1725" b="0">
                <a:solidFill>
                  <a:srgbClr val="5C6B70"/>
                </a:solidFill>
                <a:latin typeface="Malgun Gothic"/>
                <a:ea typeface="Malgun Gothic"/>
                <a:cs typeface="Malgun Gothic"/>
              </a:rPr>
              <a:t>입력·동의</a:t>
            </a:r>
          </a:p>
          <a:p xmlns:a="http://schemas.openxmlformats.org/drawingml/2006/main">
            <a:pPr>
              <a:buNone/>
              <a:defRPr sz="1725" b="0">
                <a:solidFill>
                  <a:srgbClr val="5C6B70"/>
                </a:solidFill>
                <a:latin typeface="Malgun Gothic"/>
                <a:ea typeface="Malgun Gothic"/>
                <a:cs typeface="Malgun Gothic"/>
              </a:defRPr>
            </a:pPr>
            <a:r>
              <a:rPr sz="1725" b="0">
                <a:solidFill>
                  <a:srgbClr val="5C6B70"/>
                </a:solidFill>
                <a:latin typeface="Malgun Gothic"/>
                <a:ea typeface="Malgun Gothic"/>
                <a:cs typeface="Malgun Gothic"/>
              </a:rPr>
              <a:t>진행 상태·결과</a:t>
            </a:r>
          </a:p>
        </p:txBody>
      </p:sp>
      <p:sp>
        <p:nvSpPr>
          <p:cNvPr id="7" name="">
            <a:extLst xmlns:a="http://schemas.openxmlformats.org/drawingml/2006/main">
              <a:ext uri="{FF2B5EF4-FFF2-40B4-BE49-F238E27FC236}">
                <a16:creationId xmlns:a16="http://schemas.microsoft.com/office/drawing/2014/main" id="{461917B9-7902-464C-B9DB-FB54C6ADB919}"/>
              </a:ext>
            </a:extLst>
          </p:cNvPr>
          <p:cNvSpPr>
            <a:spLocks xmlns:a="http://schemas.openxmlformats.org/drawingml/2006/main" noGrp="1"/>
          </p:cNvSpPr>
          <p:nvPr/>
        </p:nvSpPr>
        <p:spPr>
          <a:xfrm xmlns:a="http://schemas.openxmlformats.org/drawingml/2006/main">
            <a:off x="2695575" y="2152650"/>
            <a:ext cx="742950" cy="0"/>
          </a:xfrm>
          <a:prstGeom xmlns:a="http://schemas.openxmlformats.org/drawingml/2006/main" prst="line">
            <a:avLst/>
          </a:prstGeom>
          <a:ln xmlns:a="http://schemas.openxmlformats.org/drawingml/2006/main" w="19050">
            <a:solidFill>
              <a:srgbClr val="CAD5D1"/>
            </a:solidFill>
          </a:ln>
        </p:spPr>
      </p:sp>
      <p:sp>
        <p:nvSpPr>
          <p:cNvPr id="8" name="">
            <a:extLst xmlns:a="http://schemas.openxmlformats.org/drawingml/2006/main">
              <a:ext uri="{FF2B5EF4-FFF2-40B4-BE49-F238E27FC236}">
                <a16:creationId xmlns:a16="http://schemas.microsoft.com/office/drawing/2014/main" id="{119BBAB7-452B-469E-A419-45754D63919E}"/>
              </a:ext>
            </a:extLst>
          </p:cNvPr>
          <p:cNvSpPr>
            <a:spLocks xmlns:a="http://schemas.openxmlformats.org/drawingml/2006/main" noGrp="1"/>
          </p:cNvSpPr>
          <p:nvPr/>
        </p:nvSpPr>
        <p:spPr>
          <a:xfrm xmlns:a="http://schemas.openxmlformats.org/drawingml/2006/main">
            <a:off x="3467100" y="1962150"/>
            <a:ext cx="762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216"/>
          </a:bodyPr>
          <a:lstStyle xmlns:a="http://schemas.openxmlformats.org/drawingml/2006/main"/>
          <a:p xmlns:a="http://schemas.openxmlformats.org/drawingml/2006/main">
            <a:pPr>
              <a:buNone/>
              <a:defRPr sz="2550" b="1">
                <a:solidFill>
                  <a:srgbClr val="167C78"/>
                </a:solidFill>
                <a:latin typeface="Malgun Gothic"/>
                <a:ea typeface="Malgun Gothic"/>
                <a:cs typeface="Malgun Gothic"/>
              </a:defRPr>
            </a:pPr>
            <a:r>
              <a:rPr sz="2550" b="1">
                <a:solidFill>
                  <a:srgbClr val="167C78"/>
                </a:solidFill>
                <a:latin typeface="Malgun Gothic"/>
                <a:ea typeface="Malgun Gothic"/>
                <a:cs typeface="Malgun Gothic"/>
              </a:rPr>
              <a:t>02</a:t>
            </a:r>
          </a:p>
        </p:txBody>
      </p:sp>
      <p:sp>
        <p:nvSpPr>
          <p:cNvPr id="9" name="">
            <a:extLst xmlns:a="http://schemas.openxmlformats.org/drawingml/2006/main">
              <a:ext uri="{FF2B5EF4-FFF2-40B4-BE49-F238E27FC236}">
                <a16:creationId xmlns:a16="http://schemas.microsoft.com/office/drawing/2014/main" id="{04B21086-6BB5-46FC-AE92-80C683CE027C}"/>
              </a:ext>
            </a:extLst>
          </p:cNvPr>
          <p:cNvSpPr>
            <a:spLocks xmlns:a="http://schemas.openxmlformats.org/drawingml/2006/main" noGrp="1"/>
          </p:cNvSpPr>
          <p:nvPr/>
        </p:nvSpPr>
        <p:spPr>
          <a:xfrm xmlns:a="http://schemas.openxmlformats.org/drawingml/2006/main">
            <a:off x="3467100" y="2647950"/>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875" b="1">
                <a:solidFill>
                  <a:srgbClr val="182329"/>
                </a:solidFill>
                <a:latin typeface="Malgun Gothic"/>
                <a:ea typeface="Malgun Gothic"/>
                <a:cs typeface="Malgun Gothic"/>
              </a:defRPr>
            </a:pPr>
            <a:r>
              <a:rPr sz="1875" b="1">
                <a:solidFill>
                  <a:srgbClr val="182329"/>
                </a:solidFill>
                <a:latin typeface="Malgun Gothic"/>
                <a:ea typeface="Malgun Gothic"/>
                <a:cs typeface="Malgun Gothic"/>
              </a:rPr>
              <a:t>서버 프록시</a:t>
            </a:r>
          </a:p>
        </p:txBody>
      </p:sp>
      <p:sp>
        <p:nvSpPr>
          <p:cNvPr id="10" name="">
            <a:extLst xmlns:a="http://schemas.openxmlformats.org/drawingml/2006/main">
              <a:ext uri="{FF2B5EF4-FFF2-40B4-BE49-F238E27FC236}">
                <a16:creationId xmlns:a16="http://schemas.microsoft.com/office/drawing/2014/main" id="{351D4AD4-F955-466B-834D-55163B63A834}"/>
              </a:ext>
            </a:extLst>
          </p:cNvPr>
          <p:cNvSpPr>
            <a:spLocks xmlns:a="http://schemas.openxmlformats.org/drawingml/2006/main" noGrp="1"/>
          </p:cNvSpPr>
          <p:nvPr/>
        </p:nvSpPr>
        <p:spPr>
          <a:xfrm xmlns:a="http://schemas.openxmlformats.org/drawingml/2006/main">
            <a:off x="3467100" y="3219450"/>
            <a:ext cx="2190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725" b="0">
                <a:solidFill>
                  <a:srgbClr val="5C6B70"/>
                </a:solidFill>
                <a:latin typeface="Malgun Gothic"/>
                <a:ea typeface="Malgun Gothic"/>
                <a:cs typeface="Malgun Gothic"/>
              </a:defRPr>
            </a:pPr>
            <a:r>
              <a:rPr sz="1725" b="0">
                <a:solidFill>
                  <a:srgbClr val="5C6B70"/>
                </a:solidFill>
                <a:latin typeface="Malgun Gothic"/>
                <a:ea typeface="Malgun Gothic"/>
                <a:cs typeface="Malgun Gothic"/>
              </a:rPr>
              <a:t>요청 전달</a:t>
            </a:r>
          </a:p>
          <a:p xmlns:a="http://schemas.openxmlformats.org/drawingml/2006/main">
            <a:pPr>
              <a:buNone/>
              <a:defRPr sz="1725" b="0">
                <a:solidFill>
                  <a:srgbClr val="5C6B70"/>
                </a:solidFill>
                <a:latin typeface="Malgun Gothic"/>
                <a:ea typeface="Malgun Gothic"/>
                <a:cs typeface="Malgun Gothic"/>
              </a:defRPr>
            </a:pPr>
            <a:r>
              <a:rPr sz="1725" b="0">
                <a:solidFill>
                  <a:srgbClr val="5C6B70"/>
                </a:solidFill>
                <a:latin typeface="Malgun Gothic"/>
                <a:ea typeface="Malgun Gothic"/>
                <a:cs typeface="Malgun Gothic"/>
              </a:rPr>
              <a:t>키와 접근 경계</a:t>
            </a:r>
          </a:p>
        </p:txBody>
      </p:sp>
      <p:sp>
        <p:nvSpPr>
          <p:cNvPr id="11" name="">
            <a:extLst xmlns:a="http://schemas.openxmlformats.org/drawingml/2006/main">
              <a:ext uri="{FF2B5EF4-FFF2-40B4-BE49-F238E27FC236}">
                <a16:creationId xmlns:a16="http://schemas.microsoft.com/office/drawing/2014/main" id="{F0B06E41-C95B-4F68-AE5F-7018D5BDB37E}"/>
              </a:ext>
            </a:extLst>
          </p:cNvPr>
          <p:cNvSpPr>
            <a:spLocks xmlns:a="http://schemas.openxmlformats.org/drawingml/2006/main" noGrp="1"/>
          </p:cNvSpPr>
          <p:nvPr/>
        </p:nvSpPr>
        <p:spPr>
          <a:xfrm xmlns:a="http://schemas.openxmlformats.org/drawingml/2006/main">
            <a:off x="5419725" y="2152650"/>
            <a:ext cx="742950" cy="0"/>
          </a:xfrm>
          <a:prstGeom xmlns:a="http://schemas.openxmlformats.org/drawingml/2006/main" prst="line">
            <a:avLst/>
          </a:prstGeom>
          <a:ln xmlns:a="http://schemas.openxmlformats.org/drawingml/2006/main" w="19050">
            <a:solidFill>
              <a:srgbClr val="CAD5D1"/>
            </a:solidFill>
          </a:ln>
        </p:spPr>
      </p:sp>
      <p:sp>
        <p:nvSpPr>
          <p:cNvPr id="12" name="">
            <a:extLst xmlns:a="http://schemas.openxmlformats.org/drawingml/2006/main">
              <a:ext uri="{FF2B5EF4-FFF2-40B4-BE49-F238E27FC236}">
                <a16:creationId xmlns:a16="http://schemas.microsoft.com/office/drawing/2014/main" id="{5FD7EEE6-BDD4-4754-9AA4-C844439D711A}"/>
              </a:ext>
            </a:extLst>
          </p:cNvPr>
          <p:cNvSpPr>
            <a:spLocks xmlns:a="http://schemas.openxmlformats.org/drawingml/2006/main" noGrp="1"/>
          </p:cNvSpPr>
          <p:nvPr/>
        </p:nvSpPr>
        <p:spPr>
          <a:xfrm xmlns:a="http://schemas.openxmlformats.org/drawingml/2006/main">
            <a:off x="6191250" y="1962150"/>
            <a:ext cx="762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216"/>
          </a:bodyPr>
          <a:lstStyle xmlns:a="http://schemas.openxmlformats.org/drawingml/2006/main"/>
          <a:p xmlns:a="http://schemas.openxmlformats.org/drawingml/2006/main">
            <a:pPr>
              <a:buNone/>
              <a:defRPr sz="2550" b="1">
                <a:solidFill>
                  <a:srgbClr val="167C78"/>
                </a:solidFill>
                <a:latin typeface="Malgun Gothic"/>
                <a:ea typeface="Malgun Gothic"/>
                <a:cs typeface="Malgun Gothic"/>
              </a:defRPr>
            </a:pPr>
            <a:r>
              <a:rPr sz="2550" b="1">
                <a:solidFill>
                  <a:srgbClr val="167C78"/>
                </a:solidFill>
                <a:latin typeface="Malgun Gothic"/>
                <a:ea typeface="Malgun Gothic"/>
                <a:cs typeface="Malgun Gothic"/>
              </a:rPr>
              <a:t>03</a:t>
            </a:r>
          </a:p>
        </p:txBody>
      </p:sp>
      <p:sp>
        <p:nvSpPr>
          <p:cNvPr id="13" name="">
            <a:extLst xmlns:a="http://schemas.openxmlformats.org/drawingml/2006/main">
              <a:ext uri="{FF2B5EF4-FFF2-40B4-BE49-F238E27FC236}">
                <a16:creationId xmlns:a16="http://schemas.microsoft.com/office/drawing/2014/main" id="{9B27F9D2-49DA-4801-B7D7-D837A65FBD88}"/>
              </a:ext>
            </a:extLst>
          </p:cNvPr>
          <p:cNvSpPr>
            <a:spLocks xmlns:a="http://schemas.openxmlformats.org/drawingml/2006/main" noGrp="1"/>
          </p:cNvSpPr>
          <p:nvPr/>
        </p:nvSpPr>
        <p:spPr>
          <a:xfrm xmlns:a="http://schemas.openxmlformats.org/drawingml/2006/main">
            <a:off x="6191250" y="2647950"/>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875" b="1">
                <a:solidFill>
                  <a:srgbClr val="182329"/>
                </a:solidFill>
                <a:latin typeface="Malgun Gothic"/>
                <a:ea typeface="Malgun Gothic"/>
                <a:cs typeface="Malgun Gothic"/>
              </a:defRPr>
            </a:pPr>
            <a:r>
              <a:rPr sz="1875" b="1">
                <a:solidFill>
                  <a:srgbClr val="182329"/>
                </a:solidFill>
                <a:latin typeface="Malgun Gothic"/>
                <a:ea typeface="Malgun Gothic"/>
                <a:cs typeface="Malgun Gothic"/>
              </a:rPr>
              <a:t>검증 백엔드</a:t>
            </a:r>
          </a:p>
        </p:txBody>
      </p:sp>
      <p:sp>
        <p:nvSpPr>
          <p:cNvPr id="14" name="">
            <a:extLst xmlns:a="http://schemas.openxmlformats.org/drawingml/2006/main">
              <a:ext uri="{FF2B5EF4-FFF2-40B4-BE49-F238E27FC236}">
                <a16:creationId xmlns:a16="http://schemas.microsoft.com/office/drawing/2014/main" id="{04DD074C-E0E6-44D3-84C9-A64D37CDB457}"/>
              </a:ext>
            </a:extLst>
          </p:cNvPr>
          <p:cNvSpPr>
            <a:spLocks xmlns:a="http://schemas.openxmlformats.org/drawingml/2006/main" noGrp="1"/>
          </p:cNvSpPr>
          <p:nvPr/>
        </p:nvSpPr>
        <p:spPr>
          <a:xfrm xmlns:a="http://schemas.openxmlformats.org/drawingml/2006/main">
            <a:off x="6191250" y="3219450"/>
            <a:ext cx="2190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725" b="0">
                <a:solidFill>
                  <a:srgbClr val="5C6B70"/>
                </a:solidFill>
                <a:latin typeface="Malgun Gothic"/>
                <a:ea typeface="Malgun Gothic"/>
                <a:cs typeface="Malgun Gothic"/>
              </a:defRPr>
            </a:pPr>
            <a:r>
              <a:rPr sz="1725" b="0">
                <a:solidFill>
                  <a:srgbClr val="5C6B70"/>
                </a:solidFill>
                <a:latin typeface="Malgun Gothic"/>
                <a:ea typeface="Malgun Gothic"/>
                <a:cs typeface="Malgun Gothic"/>
              </a:rPr>
              <a:t>LangGraph 흐름</a:t>
            </a:r>
          </a:p>
          <a:p xmlns:a="http://schemas.openxmlformats.org/drawingml/2006/main">
            <a:pPr>
              <a:buNone/>
              <a:defRPr sz="1725" b="0">
                <a:solidFill>
                  <a:srgbClr val="5C6B70"/>
                </a:solidFill>
                <a:latin typeface="Malgun Gothic"/>
                <a:ea typeface="Malgun Gothic"/>
                <a:cs typeface="Malgun Gothic"/>
              </a:defRPr>
            </a:pPr>
            <a:r>
              <a:rPr sz="1725" b="0">
                <a:solidFill>
                  <a:srgbClr val="5C6B70"/>
                </a:solidFill>
                <a:latin typeface="Malgun Gothic"/>
                <a:ea typeface="Malgun Gothic"/>
                <a:cs typeface="Malgun Gothic"/>
              </a:rPr>
              <a:t>검색·읽기·판정</a:t>
            </a:r>
          </a:p>
        </p:txBody>
      </p:sp>
      <p:sp>
        <p:nvSpPr>
          <p:cNvPr id="15" name="">
            <a:extLst xmlns:a="http://schemas.openxmlformats.org/drawingml/2006/main">
              <a:ext uri="{FF2B5EF4-FFF2-40B4-BE49-F238E27FC236}">
                <a16:creationId xmlns:a16="http://schemas.microsoft.com/office/drawing/2014/main" id="{4CF4FEF1-F967-4946-881A-3BD946E6289D}"/>
              </a:ext>
            </a:extLst>
          </p:cNvPr>
          <p:cNvSpPr>
            <a:spLocks xmlns:a="http://schemas.openxmlformats.org/drawingml/2006/main" noGrp="1"/>
          </p:cNvSpPr>
          <p:nvPr/>
        </p:nvSpPr>
        <p:spPr>
          <a:xfrm xmlns:a="http://schemas.openxmlformats.org/drawingml/2006/main">
            <a:off x="8143875" y="2152650"/>
            <a:ext cx="742950" cy="0"/>
          </a:xfrm>
          <a:prstGeom xmlns:a="http://schemas.openxmlformats.org/drawingml/2006/main" prst="line">
            <a:avLst/>
          </a:prstGeom>
          <a:ln xmlns:a="http://schemas.openxmlformats.org/drawingml/2006/main" w="19050">
            <a:solidFill>
              <a:srgbClr val="CAD5D1"/>
            </a:solidFill>
          </a:ln>
        </p:spPr>
      </p:sp>
      <p:sp>
        <p:nvSpPr>
          <p:cNvPr id="16" name="">
            <a:extLst xmlns:a="http://schemas.openxmlformats.org/drawingml/2006/main">
              <a:ext uri="{FF2B5EF4-FFF2-40B4-BE49-F238E27FC236}">
                <a16:creationId xmlns:a16="http://schemas.microsoft.com/office/drawing/2014/main" id="{59D2D5FF-9B69-4CAC-8823-645ABBD7BB74}"/>
              </a:ext>
            </a:extLst>
          </p:cNvPr>
          <p:cNvSpPr>
            <a:spLocks xmlns:a="http://schemas.openxmlformats.org/drawingml/2006/main" noGrp="1"/>
          </p:cNvSpPr>
          <p:nvPr/>
        </p:nvSpPr>
        <p:spPr>
          <a:xfrm xmlns:a="http://schemas.openxmlformats.org/drawingml/2006/main">
            <a:off x="8915400" y="1962150"/>
            <a:ext cx="762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216"/>
          </a:bodyPr>
          <a:lstStyle xmlns:a="http://schemas.openxmlformats.org/drawingml/2006/main"/>
          <a:p xmlns:a="http://schemas.openxmlformats.org/drawingml/2006/main">
            <a:pPr>
              <a:buNone/>
              <a:defRPr sz="2550" b="1">
                <a:solidFill>
                  <a:srgbClr val="167C78"/>
                </a:solidFill>
                <a:latin typeface="Malgun Gothic"/>
                <a:ea typeface="Malgun Gothic"/>
                <a:cs typeface="Malgun Gothic"/>
              </a:defRPr>
            </a:pPr>
            <a:r>
              <a:rPr sz="2550" b="1">
                <a:solidFill>
                  <a:srgbClr val="167C78"/>
                </a:solidFill>
                <a:latin typeface="Malgun Gothic"/>
                <a:ea typeface="Malgun Gothic"/>
                <a:cs typeface="Malgun Gothic"/>
              </a:rPr>
              <a:t>04</a:t>
            </a:r>
          </a:p>
        </p:txBody>
      </p:sp>
      <p:sp>
        <p:nvSpPr>
          <p:cNvPr id="17" name="">
            <a:extLst xmlns:a="http://schemas.openxmlformats.org/drawingml/2006/main">
              <a:ext uri="{FF2B5EF4-FFF2-40B4-BE49-F238E27FC236}">
                <a16:creationId xmlns:a16="http://schemas.microsoft.com/office/drawing/2014/main" id="{9D8949C6-81C1-4EC1-9621-F3B6AC30BDCB}"/>
              </a:ext>
            </a:extLst>
          </p:cNvPr>
          <p:cNvSpPr>
            <a:spLocks xmlns:a="http://schemas.openxmlformats.org/drawingml/2006/main" noGrp="1"/>
          </p:cNvSpPr>
          <p:nvPr/>
        </p:nvSpPr>
        <p:spPr>
          <a:xfrm xmlns:a="http://schemas.openxmlformats.org/drawingml/2006/main">
            <a:off x="8915400" y="2647950"/>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875" b="1">
                <a:solidFill>
                  <a:srgbClr val="182329"/>
                </a:solidFill>
                <a:latin typeface="Malgun Gothic"/>
                <a:ea typeface="Malgun Gothic"/>
                <a:cs typeface="Malgun Gothic"/>
              </a:defRPr>
            </a:pPr>
            <a:r>
              <a:rPr sz="1875" b="1">
                <a:solidFill>
                  <a:srgbClr val="182329"/>
                </a:solidFill>
                <a:latin typeface="Malgun Gothic"/>
                <a:ea typeface="Malgun Gothic"/>
                <a:cs typeface="Malgun Gothic"/>
              </a:rPr>
              <a:t>외부 자료</a:t>
            </a:r>
          </a:p>
        </p:txBody>
      </p:sp>
      <p:sp>
        <p:nvSpPr>
          <p:cNvPr id="18" name="">
            <a:extLst xmlns:a="http://schemas.openxmlformats.org/drawingml/2006/main">
              <a:ext uri="{FF2B5EF4-FFF2-40B4-BE49-F238E27FC236}">
                <a16:creationId xmlns:a16="http://schemas.microsoft.com/office/drawing/2014/main" id="{7F7B69E6-F8A0-42D7-8AB5-6F4D6FC79B0E}"/>
              </a:ext>
            </a:extLst>
          </p:cNvPr>
          <p:cNvSpPr>
            <a:spLocks xmlns:a="http://schemas.openxmlformats.org/drawingml/2006/main" noGrp="1"/>
          </p:cNvSpPr>
          <p:nvPr/>
        </p:nvSpPr>
        <p:spPr>
          <a:xfrm xmlns:a="http://schemas.openxmlformats.org/drawingml/2006/main">
            <a:off x="8915400" y="3219450"/>
            <a:ext cx="2190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725" b="0">
                <a:solidFill>
                  <a:srgbClr val="5C6B70"/>
                </a:solidFill>
                <a:latin typeface="Malgun Gothic"/>
                <a:ea typeface="Malgun Gothic"/>
                <a:cs typeface="Malgun Gothic"/>
              </a:defRPr>
            </a:pPr>
            <a:r>
              <a:rPr sz="1725" b="0">
                <a:solidFill>
                  <a:srgbClr val="5C6B70"/>
                </a:solidFill>
                <a:latin typeface="Malgun Gothic"/>
                <a:ea typeface="Malgun Gothic"/>
                <a:cs typeface="Malgun Gothic"/>
              </a:rPr>
              <a:t>검색·모델</a:t>
            </a:r>
          </a:p>
          <a:p xmlns:a="http://schemas.openxmlformats.org/drawingml/2006/main">
            <a:pPr>
              <a:buNone/>
              <a:defRPr sz="1725" b="0">
                <a:solidFill>
                  <a:srgbClr val="5C6B70"/>
                </a:solidFill>
                <a:latin typeface="Malgun Gothic"/>
                <a:ea typeface="Malgun Gothic"/>
                <a:cs typeface="Malgun Gothic"/>
              </a:defRPr>
            </a:pPr>
            <a:r>
              <a:rPr sz="1725" b="0">
                <a:solidFill>
                  <a:srgbClr val="5C6B70"/>
                </a:solidFill>
                <a:latin typeface="Malgun Gothic"/>
                <a:ea typeface="Malgun Gothic"/>
                <a:cs typeface="Malgun Gothic"/>
              </a:rPr>
              <a:t>페이지 원문</a:t>
            </a:r>
          </a:p>
        </p:txBody>
      </p:sp>
      <p:sp>
        <p:nvSpPr>
          <p:cNvPr id="19" name="">
            <a:extLst xmlns:a="http://schemas.openxmlformats.org/drawingml/2006/main">
              <a:ext uri="{FF2B5EF4-FFF2-40B4-BE49-F238E27FC236}">
                <a16:creationId xmlns:a16="http://schemas.microsoft.com/office/drawing/2014/main" id="{ED8AC77F-B618-40A2-B6B3-3B9E0DFB6420}"/>
              </a:ext>
            </a:extLst>
          </p:cNvPr>
          <p:cNvSpPr>
            <a:spLocks xmlns:a="http://schemas.openxmlformats.org/drawingml/2006/main" noGrp="1"/>
          </p:cNvSpPr>
          <p:nvPr/>
        </p:nvSpPr>
        <p:spPr>
          <a:xfrm xmlns:a="http://schemas.openxmlformats.org/drawingml/2006/main">
            <a:off x="762000" y="4781550"/>
            <a:ext cx="4857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122"/>
          </a:bodyPr>
          <a:lstStyle xmlns:a="http://schemas.openxmlformats.org/drawingml/2006/main"/>
          <a:p xmlns:a="http://schemas.openxmlformats.org/drawingml/2006/main">
            <a:pPr>
              <a:buNone/>
              <a:defRPr sz="1875" b="1">
                <a:solidFill>
                  <a:srgbClr val="167C78"/>
                </a:solidFill>
                <a:latin typeface="Malgun Gothic"/>
                <a:ea typeface="Malgun Gothic"/>
                <a:cs typeface="Malgun Gothic"/>
              </a:defRPr>
            </a:pPr>
            <a:r>
              <a:rPr sz="1875" b="1">
                <a:solidFill>
                  <a:srgbClr val="167C78"/>
                </a:solidFill>
                <a:latin typeface="Malgun Gothic"/>
                <a:ea typeface="Malgun Gothic"/>
                <a:cs typeface="Malgun Gothic"/>
              </a:rPr>
              <a:t>모델·검색 키는 브라우저가 아니라 서버에 둡니다.</a:t>
            </a:r>
          </a:p>
        </p:txBody>
      </p:sp>
      <p:sp>
        <p:nvSpPr>
          <p:cNvPr id="20" name="">
            <a:extLst xmlns:a="http://schemas.openxmlformats.org/drawingml/2006/main">
              <a:ext uri="{FF2B5EF4-FFF2-40B4-BE49-F238E27FC236}">
                <a16:creationId xmlns:a16="http://schemas.microsoft.com/office/drawing/2014/main" id="{C5B9128D-C35C-4CC3-81AA-F0C531EE06F1}"/>
              </a:ext>
            </a:extLst>
          </p:cNvPr>
          <p:cNvSpPr>
            <a:spLocks xmlns:a="http://schemas.openxmlformats.org/drawingml/2006/main" noGrp="1"/>
          </p:cNvSpPr>
          <p:nvPr/>
        </p:nvSpPr>
        <p:spPr>
          <a:xfrm xmlns:a="http://schemas.openxmlformats.org/drawingml/2006/main">
            <a:off x="6191250" y="4667250"/>
            <a:ext cx="5143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725" b="0">
                <a:solidFill>
                  <a:srgbClr val="182329"/>
                </a:solidFill>
                <a:latin typeface="Malgun Gothic"/>
                <a:ea typeface="Malgun Gothic"/>
                <a:cs typeface="Malgun Gothic"/>
              </a:defRPr>
            </a:pPr>
            <a:r>
              <a:rPr sz="1725" b="0">
                <a:solidFill>
                  <a:srgbClr val="182329"/>
                </a:solidFill>
                <a:latin typeface="Malgun Gothic"/>
                <a:ea typeface="Malgun Gothic"/>
                <a:cs typeface="Malgun Gothic"/>
              </a:rPr>
              <a:t>외부 전송 동의와 대화 저장 동의는 별도입니다.</a:t>
            </a:r>
          </a:p>
          <a:p xmlns:a="http://schemas.openxmlformats.org/drawingml/2006/main">
            <a:pPr>
              <a:buNone/>
              <a:defRPr sz="1725" b="0">
                <a:solidFill>
                  <a:srgbClr val="182329"/>
                </a:solidFill>
                <a:latin typeface="Malgun Gothic"/>
                <a:ea typeface="Malgun Gothic"/>
                <a:cs typeface="Malgun Gothic"/>
              </a:defRPr>
            </a:pPr>
            <a:r>
              <a:rPr sz="1725" b="0">
                <a:solidFill>
                  <a:srgbClr val="182329"/>
                </a:solidFill>
                <a:latin typeface="Malgun Gothic"/>
                <a:ea typeface="Malgun Gothic"/>
                <a:cs typeface="Malgun Gothic"/>
              </a:rPr>
              <a:t>대화 저장은 기본 꺼짐이며 사용자가 선택합니다.</a:t>
            </a:r>
          </a:p>
        </p:txBody>
      </p:sp>
    </p:spTree>
    <p:extLst>
      <p:ext uri="{BB962C8B-B14F-4D97-AF65-F5344CB8AC3E}">
        <p14:creationId xmlns:p14="http://schemas.microsoft.com/office/powerpoint/2010/main" val="1457500000"/>
      </p:ext>
    </p:extLst>
  </p:cSld>
</p:sld>
</file>

<file path=ppt/slides/slide8.xml><?xml version="1.0" encoding="utf-8"?>
<p:sld xmlns:p="http://schemas.openxmlformats.org/presentationml/2006/main">
  <p:cSld>
    <p:bg>
      <p:bgPr>
        <a:solidFill xmlns:a="http://schemas.openxmlformats.org/drawingml/2006/main">
          <a:srgbClr val="F4F6F3"/>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AB8C792-FCEE-428D-9CF0-2AE5FAA12AC4}"/>
              </a:ext>
            </a:extLst>
          </p:cNvPr>
          <p:cNvSpPr>
            <a:spLocks xmlns:a="http://schemas.openxmlformats.org/drawingml/2006/main" noGrp="1"/>
          </p:cNvSpPr>
          <p:nvPr/>
        </p:nvSpPr>
        <p:spPr>
          <a:xfrm xmlns:a="http://schemas.openxmlformats.org/drawingml/2006/main">
            <a:off x="685800" y="4572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3300" b="1">
                <a:solidFill>
                  <a:srgbClr val="182329"/>
                </a:solidFill>
                <a:latin typeface="Malgun Gothic"/>
                <a:ea typeface="Malgun Gothic"/>
                <a:cs typeface="Malgun Gothic"/>
              </a:defRPr>
            </a:pPr>
            <a:r>
              <a:rPr sz="3300" b="1">
                <a:solidFill>
                  <a:srgbClr val="182329"/>
                </a:solidFill>
                <a:latin typeface="Malgun Gothic"/>
                <a:ea typeface="Malgun Gothic"/>
                <a:cs typeface="Malgun Gothic"/>
              </a:rPr>
              <a:t>현재 구현과 남은 확인</a:t>
            </a:r>
          </a:p>
        </p:txBody>
      </p:sp>
      <p:sp>
        <p:nvSpPr>
          <p:cNvPr id="2" name="">
            <a:extLst xmlns:a="http://schemas.openxmlformats.org/drawingml/2006/main">
              <a:ext uri="{FF2B5EF4-FFF2-40B4-BE49-F238E27FC236}">
                <a16:creationId xmlns:a16="http://schemas.microsoft.com/office/drawing/2014/main" id="{71371035-1313-4096-BF9B-1C59CCA57611}"/>
              </a:ext>
            </a:extLst>
          </p:cNvPr>
          <p:cNvSpPr>
            <a:spLocks xmlns:a="http://schemas.openxmlformats.org/drawingml/2006/main" noGrp="1"/>
          </p:cNvSpPr>
          <p:nvPr/>
        </p:nvSpPr>
        <p:spPr>
          <a:xfrm xmlns:a="http://schemas.openxmlformats.org/drawingml/2006/main">
            <a:off x="10858500" y="514350"/>
            <a:ext cx="609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1">
                <a:solidFill>
                  <a:srgbClr val="167C78"/>
                </a:solidFill>
                <a:latin typeface="Malgun Gothic"/>
                <a:ea typeface="Malgun Gothic"/>
                <a:cs typeface="Malgun Gothic"/>
              </a:defRPr>
            </a:pPr>
            <a:r>
              <a:rPr sz="1350" b="1">
                <a:solidFill>
                  <a:srgbClr val="167C78"/>
                </a:solidFill>
                <a:latin typeface="Malgun Gothic"/>
                <a:ea typeface="Malgun Gothic"/>
                <a:cs typeface="Malgun Gothic"/>
              </a:rPr>
              <a:t>08</a:t>
            </a:r>
          </a:p>
        </p:txBody>
      </p:sp>
      <p:sp>
        <p:nvSpPr>
          <p:cNvPr id="3" name="">
            <a:extLst xmlns:a="http://schemas.openxmlformats.org/drawingml/2006/main">
              <a:ext uri="{FF2B5EF4-FFF2-40B4-BE49-F238E27FC236}">
                <a16:creationId xmlns:a16="http://schemas.microsoft.com/office/drawing/2014/main" id="{AB4284A2-B0D9-45F3-9E95-F9EDBCFDCFF3}"/>
              </a:ext>
            </a:extLst>
          </p:cNvPr>
          <p:cNvSpPr>
            <a:spLocks xmlns:a="http://schemas.openxmlformats.org/drawingml/2006/main" noGrp="1"/>
          </p:cNvSpPr>
          <p:nvPr/>
        </p:nvSpPr>
        <p:spPr>
          <a:xfrm xmlns:a="http://schemas.openxmlformats.org/drawingml/2006/main">
            <a:off x="685800" y="1257300"/>
            <a:ext cx="10820400" cy="0"/>
          </a:xfrm>
          <a:prstGeom xmlns:a="http://schemas.openxmlformats.org/drawingml/2006/main" prst="line">
            <a:avLst/>
          </a:prstGeom>
          <a:ln xmlns:a="http://schemas.openxmlformats.org/drawingml/2006/main" w="11430">
            <a:solidFill>
              <a:srgbClr val="CAD5D1"/>
            </a:solidFill>
          </a:ln>
        </p:spPr>
      </p:sp>
      <p:sp>
        <p:nvSpPr>
          <p:cNvPr id="4" name="">
            <a:extLst xmlns:a="http://schemas.openxmlformats.org/drawingml/2006/main">
              <a:ext uri="{FF2B5EF4-FFF2-40B4-BE49-F238E27FC236}">
                <a16:creationId xmlns:a16="http://schemas.microsoft.com/office/drawing/2014/main" id="{F86811EB-C0D2-4D03-8C7A-F39A340520EC}"/>
              </a:ext>
            </a:extLst>
          </p:cNvPr>
          <p:cNvSpPr>
            <a:spLocks xmlns:a="http://schemas.openxmlformats.org/drawingml/2006/main" noGrp="1"/>
          </p:cNvSpPr>
          <p:nvPr/>
        </p:nvSpPr>
        <p:spPr>
          <a:xfrm xmlns:a="http://schemas.openxmlformats.org/drawingml/2006/main">
            <a:off x="857250" y="169545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875" b="1">
                <a:solidFill>
                  <a:srgbClr val="167C78"/>
                </a:solidFill>
                <a:latin typeface="Malgun Gothic"/>
                <a:ea typeface="Malgun Gothic"/>
                <a:cs typeface="Malgun Gothic"/>
              </a:defRPr>
            </a:pPr>
            <a:r>
              <a:rPr sz="1875" b="1">
                <a:solidFill>
                  <a:srgbClr val="167C78"/>
                </a:solidFill>
                <a:latin typeface="Malgun Gothic"/>
                <a:ea typeface="Malgun Gothic"/>
                <a:cs typeface="Malgun Gothic"/>
              </a:rPr>
              <a:t>구현된 흐름</a:t>
            </a:r>
          </a:p>
        </p:txBody>
      </p:sp>
      <p:sp>
        <p:nvSpPr>
          <p:cNvPr id="5" name="">
            <a:extLst xmlns:a="http://schemas.openxmlformats.org/drawingml/2006/main">
              <a:ext uri="{FF2B5EF4-FFF2-40B4-BE49-F238E27FC236}">
                <a16:creationId xmlns:a16="http://schemas.microsoft.com/office/drawing/2014/main" id="{E3F053B6-FF3B-4DEE-B52C-F4394B0569A8}"/>
              </a:ext>
            </a:extLst>
          </p:cNvPr>
          <p:cNvSpPr>
            <a:spLocks xmlns:a="http://schemas.openxmlformats.org/drawingml/2006/main" noGrp="1"/>
          </p:cNvSpPr>
          <p:nvPr/>
        </p:nvSpPr>
        <p:spPr>
          <a:xfrm xmlns:a="http://schemas.openxmlformats.org/drawingml/2006/main">
            <a:off x="857250" y="2305050"/>
            <a:ext cx="4667250"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875" b="0">
                <a:solidFill>
                  <a:srgbClr val="182329"/>
                </a:solidFill>
                <a:latin typeface="Malgun Gothic"/>
                <a:ea typeface="Malgun Gothic"/>
                <a:cs typeface="Malgun Gothic"/>
              </a:defRPr>
            </a:pPr>
            <a:r>
              <a:rPr sz="1875" b="0">
                <a:solidFill>
                  <a:srgbClr val="182329"/>
                </a:solidFill>
                <a:latin typeface="Malgun Gothic"/>
                <a:ea typeface="Malgun Gothic"/>
                <a:cs typeface="Malgun Gothic"/>
              </a:rPr>
              <a:t>주장 추출과 단계별 검증</a:t>
            </a:r>
          </a:p>
          <a:p xmlns:a="http://schemas.openxmlformats.org/drawingml/2006/main">
            <a:pPr>
              <a:buNone/>
              <a:defRPr sz="1875" b="0">
                <a:solidFill>
                  <a:srgbClr val="182329"/>
                </a:solidFill>
                <a:latin typeface="Malgun Gothic"/>
                <a:ea typeface="Malgun Gothic"/>
                <a:cs typeface="Malgun Gothic"/>
              </a:defRPr>
            </a:pPr>
            <a:r>
              <a:rPr sz="1875" b="0">
                <a:solidFill>
                  <a:srgbClr val="182329"/>
                </a:solidFill>
                <a:latin typeface="Malgun Gothic"/>
                <a:ea typeface="Malgun Gothic"/>
                <a:cs typeface="Malgun Gothic"/>
              </a:rPr>
              <a:t>원문 인용 확인</a:t>
            </a:r>
          </a:p>
          <a:p xmlns:a="http://schemas.openxmlformats.org/drawingml/2006/main">
            <a:pPr>
              <a:buNone/>
              <a:defRPr sz="1875" b="0">
                <a:solidFill>
                  <a:srgbClr val="182329"/>
                </a:solidFill>
                <a:latin typeface="Malgun Gothic"/>
                <a:ea typeface="Malgun Gothic"/>
                <a:cs typeface="Malgun Gothic"/>
              </a:defRPr>
            </a:pPr>
            <a:r>
              <a:rPr sz="1875" b="0">
                <a:solidFill>
                  <a:srgbClr val="182329"/>
                </a:solidFill>
                <a:latin typeface="Malgun Gothic"/>
                <a:ea typeface="Malgun Gothic"/>
                <a:cs typeface="Malgun Gothic"/>
              </a:rPr>
              <a:t>특정 오류에서 최대 1회 재검색</a:t>
            </a:r>
          </a:p>
          <a:p xmlns:a="http://schemas.openxmlformats.org/drawingml/2006/main">
            <a:pPr>
              <a:buNone/>
              <a:defRPr sz="1875" b="0">
                <a:solidFill>
                  <a:srgbClr val="182329"/>
                </a:solidFill>
                <a:latin typeface="Malgun Gothic"/>
                <a:ea typeface="Malgun Gothic"/>
                <a:cs typeface="Malgun Gothic"/>
              </a:defRPr>
            </a:pPr>
            <a:r>
              <a:rPr sz="1875" b="0">
                <a:solidFill>
                  <a:srgbClr val="182329"/>
                </a:solidFill>
                <a:latin typeface="Malgun Gothic"/>
                <a:ea typeface="Malgun Gothic"/>
                <a:cs typeface="Malgun Gothic"/>
              </a:rPr>
              <a:t>외부 전송 동의와 선택형 대화 저장</a:t>
            </a:r>
          </a:p>
        </p:txBody>
      </p:sp>
      <p:sp>
        <p:nvSpPr>
          <p:cNvPr id="6" name="">
            <a:extLst xmlns:a="http://schemas.openxmlformats.org/drawingml/2006/main">
              <a:ext uri="{FF2B5EF4-FFF2-40B4-BE49-F238E27FC236}">
                <a16:creationId xmlns:a16="http://schemas.microsoft.com/office/drawing/2014/main" id="{45AE4812-3B6A-4E68-A04A-B172915CEA5B}"/>
              </a:ext>
            </a:extLst>
          </p:cNvPr>
          <p:cNvSpPr>
            <a:spLocks xmlns:a="http://schemas.openxmlformats.org/drawingml/2006/main" noGrp="1"/>
          </p:cNvSpPr>
          <p:nvPr/>
        </p:nvSpPr>
        <p:spPr>
          <a:xfrm xmlns:a="http://schemas.openxmlformats.org/drawingml/2006/main">
            <a:off x="6191250" y="1695450"/>
            <a:ext cx="352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875" b="1">
                <a:solidFill>
                  <a:srgbClr val="C89643"/>
                </a:solidFill>
                <a:latin typeface="Malgun Gothic"/>
                <a:ea typeface="Malgun Gothic"/>
                <a:cs typeface="Malgun Gothic"/>
              </a:defRPr>
            </a:pPr>
            <a:r>
              <a:rPr sz="1875" b="1">
                <a:solidFill>
                  <a:srgbClr val="C89643"/>
                </a:solidFill>
                <a:latin typeface="Malgun Gothic"/>
                <a:ea typeface="Malgun Gothic"/>
                <a:cs typeface="Malgun Gothic"/>
              </a:rPr>
              <a:t>발표 때 구분할 점</a:t>
            </a:r>
          </a:p>
        </p:txBody>
      </p:sp>
      <p:sp>
        <p:nvSpPr>
          <p:cNvPr id="7" name="">
            <a:extLst xmlns:a="http://schemas.openxmlformats.org/drawingml/2006/main">
              <a:ext uri="{FF2B5EF4-FFF2-40B4-BE49-F238E27FC236}">
                <a16:creationId xmlns:a16="http://schemas.microsoft.com/office/drawing/2014/main" id="{C8014DF4-9F67-41BA-B0FC-803098BAE288}"/>
              </a:ext>
            </a:extLst>
          </p:cNvPr>
          <p:cNvSpPr>
            <a:spLocks xmlns:a="http://schemas.openxmlformats.org/drawingml/2006/main" noGrp="1"/>
          </p:cNvSpPr>
          <p:nvPr/>
        </p:nvSpPr>
        <p:spPr>
          <a:xfrm xmlns:a="http://schemas.openxmlformats.org/drawingml/2006/main">
            <a:off x="6191250" y="2305050"/>
            <a:ext cx="49053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725" b="0">
                <a:solidFill>
                  <a:srgbClr val="182329"/>
                </a:solidFill>
                <a:latin typeface="Malgun Gothic"/>
                <a:ea typeface="Malgun Gothic"/>
                <a:cs typeface="Malgun Gothic"/>
              </a:defRPr>
            </a:pPr>
            <a:r>
              <a:rPr sz="1725" b="0">
                <a:solidFill>
                  <a:srgbClr val="182329"/>
                </a:solidFill>
                <a:latin typeface="Malgun Gothic"/>
                <a:ea typeface="Malgun Gothic"/>
                <a:cs typeface="Malgun Gothic"/>
              </a:rPr>
              <a:t>Render 공개 배포와 전체 원격 QA는 별도 확인이 필요합니다.</a:t>
            </a:r>
          </a:p>
          <a:p xmlns:a="http://schemas.openxmlformats.org/drawingml/2006/main">
            <a:pPr>
              <a:buNone/>
              <a:defRPr sz="1725" b="0">
                <a:solidFill>
                  <a:srgbClr val="182329"/>
                </a:solidFill>
                <a:latin typeface="Malgun Gothic"/>
                <a:ea typeface="Malgun Gothic"/>
                <a:cs typeface="Malgun Gothic"/>
              </a:defRPr>
            </a:pPr>
            <a:r>
              <a:rPr sz="1725" b="0">
                <a:solidFill>
                  <a:srgbClr val="182329"/>
                </a:solidFill>
                <a:latin typeface="Malgun Gothic"/>
                <a:ea typeface="Malgun Gothic"/>
                <a:cs typeface="Malgun Gothic"/>
              </a:rPr>
              <a:t>사용자별 공개 이용 한도와 보관 정책도 남아 있습니다.</a:t>
            </a:r>
          </a:p>
          <a:p xmlns:a="http://schemas.openxmlformats.org/drawingml/2006/main">
            <a:pPr>
              <a:buNone/>
              <a:defRPr sz="1725" b="0">
                <a:solidFill>
                  <a:srgbClr val="182329"/>
                </a:solidFill>
                <a:latin typeface="Malgun Gothic"/>
                <a:ea typeface="Malgun Gothic"/>
                <a:cs typeface="Malgun Gothic"/>
              </a:defRPr>
            </a:pPr>
            <a:r>
              <a:rPr sz="1725" b="0">
                <a:solidFill>
                  <a:srgbClr val="182329"/>
                </a:solidFill>
                <a:latin typeface="Malgun Gothic"/>
                <a:ea typeface="Malgun Gothic"/>
                <a:cs typeface="Malgun Gothic"/>
              </a:rPr>
              <a:t>단순 질문 빠른 경로는 코드 수정 중이며 미검증입니다.</a:t>
            </a:r>
          </a:p>
        </p:txBody>
      </p:sp>
      <p:sp>
        <p:nvSpPr>
          <p:cNvPr id="8" name="">
            <a:extLst xmlns:a="http://schemas.openxmlformats.org/drawingml/2006/main">
              <a:ext uri="{FF2B5EF4-FFF2-40B4-BE49-F238E27FC236}">
                <a16:creationId xmlns:a16="http://schemas.microsoft.com/office/drawing/2014/main" id="{407D981F-D4AD-4AF9-BE4D-71FB3C3D95CA}"/>
              </a:ext>
            </a:extLst>
          </p:cNvPr>
          <p:cNvSpPr>
            <a:spLocks xmlns:a="http://schemas.openxmlformats.org/drawingml/2006/main" noGrp="1"/>
          </p:cNvSpPr>
          <p:nvPr/>
        </p:nvSpPr>
        <p:spPr>
          <a:xfrm xmlns:a="http://schemas.openxmlformats.org/drawingml/2006/main">
            <a:off x="6191250" y="4733925"/>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806"/>
          </a:bodyPr>
          <a:lstStyle xmlns:a="http://schemas.openxmlformats.org/drawingml/2006/main"/>
          <a:p xmlns:a="http://schemas.openxmlformats.org/drawingml/2006/main">
            <a:pPr>
              <a:buNone/>
              <a:defRPr sz="1800" b="1">
                <a:solidFill>
                  <a:srgbClr val="167C78"/>
                </a:solidFill>
                <a:latin typeface="Malgun Gothic"/>
                <a:ea typeface="Malgun Gothic"/>
                <a:cs typeface="Malgun Gothic"/>
              </a:defRPr>
            </a:pPr>
            <a:r>
              <a:rPr sz="1800" b="1">
                <a:solidFill>
                  <a:srgbClr val="167C78"/>
                </a:solidFill>
                <a:latin typeface="Malgun Gothic"/>
                <a:ea typeface="Malgun Gothic"/>
                <a:cs typeface="Malgun Gothic"/>
              </a:rPr>
              <a:t>있는 기능과 계획 중인 기능을 나눠 설명합니다.</a:t>
            </a:r>
          </a:p>
        </p:txBody>
      </p:sp>
    </p:spTree>
    <p:extLst>
      <p:ext uri="{BB962C8B-B14F-4D97-AF65-F5344CB8AC3E}">
        <p14:creationId xmlns:p14="http://schemas.microsoft.com/office/powerpoint/2010/main" val="2099022051"/>
      </p:ext>
    </p:extLst>
  </p:cSld>
</p:sld>
</file>

<file path=ppt/slides/slide9.xml><?xml version="1.0" encoding="utf-8"?>
<p:sld xmlns:p="http://schemas.openxmlformats.org/presentationml/2006/main">
  <p:cSld>
    <p:bg>
      <p:bgPr>
        <a:solidFill xmlns:a="http://schemas.openxmlformats.org/drawingml/2006/main">
          <a:srgbClr val="10191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2F0EE7A-2E1A-4AFE-A89A-BCB56705204B}"/>
              </a:ext>
            </a:extLst>
          </p:cNvPr>
          <p:cNvSpPr>
            <a:spLocks xmlns:a="http://schemas.openxmlformats.org/drawingml/2006/main" noGrp="1"/>
          </p:cNvSpPr>
          <p:nvPr/>
        </p:nvSpPr>
        <p:spPr>
          <a:xfrm xmlns:a="http://schemas.openxmlformats.org/drawingml/2006/main">
            <a:off x="838200" y="1104900"/>
            <a:ext cx="102870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3300" b="1">
                <a:solidFill>
                  <a:srgbClr val="FFFFFF"/>
                </a:solidFill>
                <a:latin typeface="Malgun Gothic"/>
                <a:ea typeface="Malgun Gothic"/>
                <a:cs typeface="Malgun Gothic"/>
              </a:defRPr>
            </a:pPr>
            <a:r>
              <a:rPr sz="3300" b="1">
                <a:solidFill>
                  <a:srgbClr val="FFFFFF"/>
                </a:solidFill>
                <a:latin typeface="Malgun Gothic"/>
                <a:ea typeface="Malgun Gothic"/>
                <a:cs typeface="Malgun Gothic"/>
              </a:rPr>
              <a:t>결과 한 줄보다</a:t>
            </a:r>
          </a:p>
          <a:p xmlns:a="http://schemas.openxmlformats.org/drawingml/2006/main">
            <a:pPr>
              <a:buNone/>
              <a:defRPr sz="3300" b="1">
                <a:solidFill>
                  <a:srgbClr val="FFFFFF"/>
                </a:solidFill>
                <a:latin typeface="Malgun Gothic"/>
                <a:ea typeface="Malgun Gothic"/>
                <a:cs typeface="Malgun Gothic"/>
              </a:defRPr>
            </a:pPr>
            <a:r>
              <a:rPr sz="3300" b="1">
                <a:solidFill>
                  <a:srgbClr val="FFFFFF"/>
                </a:solidFill>
                <a:latin typeface="Malgun Gothic"/>
                <a:ea typeface="Malgun Gothic"/>
                <a:cs typeface="Malgun Gothic"/>
              </a:rPr>
              <a:t>그 결과를 뒷받침하는 원문을 확인합니다</a:t>
            </a:r>
          </a:p>
        </p:txBody>
      </p:sp>
      <p:sp>
        <p:nvSpPr>
          <p:cNvPr id="2" name="">
            <a:extLst xmlns:a="http://schemas.openxmlformats.org/drawingml/2006/main">
              <a:ext uri="{FF2B5EF4-FFF2-40B4-BE49-F238E27FC236}">
                <a16:creationId xmlns:a16="http://schemas.microsoft.com/office/drawing/2014/main" id="{EAF31CA0-F00F-4FDD-8973-C0FF16E87AD2}"/>
              </a:ext>
            </a:extLst>
          </p:cNvPr>
          <p:cNvSpPr>
            <a:spLocks xmlns:a="http://schemas.openxmlformats.org/drawingml/2006/main" noGrp="1"/>
          </p:cNvSpPr>
          <p:nvPr/>
        </p:nvSpPr>
        <p:spPr>
          <a:xfrm xmlns:a="http://schemas.openxmlformats.org/drawingml/2006/main">
            <a:off x="876300" y="3371850"/>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00" b="1">
                <a:solidFill>
                  <a:srgbClr val="8FD0C6"/>
                </a:solidFill>
                <a:latin typeface="Malgun Gothic"/>
                <a:ea typeface="Malgun Gothic"/>
                <a:cs typeface="Malgun Gothic"/>
              </a:defRPr>
            </a:pPr>
            <a:r>
              <a:rPr sz="1500" b="1">
                <a:solidFill>
                  <a:srgbClr val="8FD0C6"/>
                </a:solidFill>
                <a:latin typeface="Malgun Gothic"/>
                <a:ea typeface="Malgun Gothic"/>
                <a:cs typeface="Malgun Gothic"/>
              </a:rPr>
              <a:t>내 담당</a:t>
            </a:r>
          </a:p>
        </p:txBody>
      </p:sp>
      <p:sp>
        <p:nvSpPr>
          <p:cNvPr id="3" name="">
            <a:extLst xmlns:a="http://schemas.openxmlformats.org/drawingml/2006/main">
              <a:ext uri="{FF2B5EF4-FFF2-40B4-BE49-F238E27FC236}">
                <a16:creationId xmlns:a16="http://schemas.microsoft.com/office/drawing/2014/main" id="{DFA0F1A4-2A3D-4833-8827-B21A3B5606BE}"/>
              </a:ext>
            </a:extLst>
          </p:cNvPr>
          <p:cNvSpPr>
            <a:spLocks xmlns:a="http://schemas.openxmlformats.org/drawingml/2006/main" noGrp="1"/>
          </p:cNvSpPr>
          <p:nvPr/>
        </p:nvSpPr>
        <p:spPr>
          <a:xfrm xmlns:a="http://schemas.openxmlformats.org/drawingml/2006/main">
            <a:off x="876300" y="3848100"/>
            <a:ext cx="990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025" b="0">
                <a:solidFill>
                  <a:srgbClr val="FFFFFF"/>
                </a:solidFill>
                <a:latin typeface="Malgun Gothic"/>
                <a:ea typeface="Malgun Gothic"/>
                <a:cs typeface="Malgun Gothic"/>
              </a:defRPr>
            </a:pPr>
            <a:r>
              <a:rPr sz="2025" b="0">
                <a:solidFill>
                  <a:srgbClr val="FFFFFF"/>
                </a:solidFill>
                <a:latin typeface="Malgun Gothic"/>
                <a:ea typeface="Malgun Gothic"/>
                <a:cs typeface="Malgun Gothic"/>
              </a:rPr>
              <a:t>프론트·프록시의 동의·접근·상태 표시, Render 배포와 전체 발표</a:t>
            </a:r>
          </a:p>
        </p:txBody>
      </p:sp>
      <p:sp>
        <p:nvSpPr>
          <p:cNvPr id="4" name="">
            <a:extLst xmlns:a="http://schemas.openxmlformats.org/drawingml/2006/main">
              <a:ext uri="{FF2B5EF4-FFF2-40B4-BE49-F238E27FC236}">
                <a16:creationId xmlns:a16="http://schemas.microsoft.com/office/drawing/2014/main" id="{69D6F7D1-8007-4152-8087-E921FFFCF52B}"/>
              </a:ext>
            </a:extLst>
          </p:cNvPr>
          <p:cNvSpPr>
            <a:spLocks xmlns:a="http://schemas.openxmlformats.org/drawingml/2006/main" noGrp="1"/>
          </p:cNvSpPr>
          <p:nvPr/>
        </p:nvSpPr>
        <p:spPr>
          <a:xfrm xmlns:a="http://schemas.openxmlformats.org/drawingml/2006/main">
            <a:off x="876300" y="5429250"/>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950" b="1">
                <a:solidFill>
                  <a:srgbClr val="8FD0C6"/>
                </a:solidFill>
                <a:latin typeface="Malgun Gothic"/>
                <a:ea typeface="Malgun Gothic"/>
                <a:cs typeface="Malgun Gothic"/>
              </a:defRPr>
            </a:pPr>
            <a:r>
              <a:rPr sz="1950" b="1">
                <a:solidFill>
                  <a:srgbClr val="8FD0C6"/>
                </a:solidFill>
                <a:latin typeface="Malgun Gothic"/>
                <a:ea typeface="Malgun Gothic"/>
                <a:cs typeface="Malgun Gothic"/>
              </a:rPr>
              <a:t>질문 받겠습니다</a:t>
            </a:r>
          </a:p>
        </p:txBody>
      </p:sp>
    </p:spTree>
    <p:extLst>
      <p:ext uri="{BB962C8B-B14F-4D97-AF65-F5344CB8AC3E}">
        <p14:creationId xmlns:p14="http://schemas.microsoft.com/office/powerpoint/2010/main" val="289997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2026-10-07T05:29:21.3480000Z</dcterms:created>
  <dcterms:modified xsi:type="dcterms:W3CDTF">2026-10-07T05:29:21.3480000Z</dcterms:modified>
</coreProperties>
</file>