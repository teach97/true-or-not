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7526281ccb4229" /><Relationship Type="http://schemas.openxmlformats.org/officeDocument/2006/relationships/extended-properties" Target="/docProps/app.xml" Id="R1d87f8f0d52d469e" /><Relationship Type="http://schemas.openxmlformats.org/officeDocument/2006/relationships/officeDocument" Target="/ppt/presentation.xml" Id="R623bc6ebc48e441f" /></Relationships>
</file>

<file path=ppt/presentation.xml><?xml version="1.0" encoding="utf-8"?>
<p:presentation xmlns:p="http://schemas.openxmlformats.org/presentationml/2006/main">
  <p:sldMasterIdLst>
    <p:sldMasterId xmlns:r="http://schemas.openxmlformats.org/officeDocument/2006/relationships" id="2147483648" r:id="R36c1f7eab6ad42be"/>
  </p:sldMasterIdLst>
  <p:notesMasterIdLst>
    <p:notesMasterId xmlns:r="http://schemas.openxmlformats.org/officeDocument/2006/relationships" r:id="Rcf6fd8a0a9924a7b"/>
  </p:notesMasterIdLst>
  <p:sldIdLst>
    <p:sldId xmlns:r="http://schemas.openxmlformats.org/officeDocument/2006/relationships" id="256" r:id="R0a24d4dfd6ea43c5"/>
    <p:sldId xmlns:r="http://schemas.openxmlformats.org/officeDocument/2006/relationships" id="257" r:id="Rf43a3e9354fd49d9"/>
    <p:sldId xmlns:r="http://schemas.openxmlformats.org/officeDocument/2006/relationships" id="258" r:id="Rb155e4fe346d4831"/>
    <p:sldId xmlns:r="http://schemas.openxmlformats.org/officeDocument/2006/relationships" id="259" r:id="R14aa95c6de52415d"/>
    <p:sldId xmlns:r="http://schemas.openxmlformats.org/officeDocument/2006/relationships" id="260" r:id="R0501eec83fab464a"/>
    <p:sldId xmlns:r="http://schemas.openxmlformats.org/officeDocument/2006/relationships" id="261" r:id="Ra7b86e7424a64d50"/>
    <p:sldId xmlns:r="http://schemas.openxmlformats.org/officeDocument/2006/relationships" id="262" r:id="Rf31b957fed49443c"/>
    <p:sldId xmlns:r="http://schemas.openxmlformats.org/officeDocument/2006/relationships" id="263" r:id="Re348a82a4afd43b7"/>
    <p:sldId xmlns:r="http://schemas.openxmlformats.org/officeDocument/2006/relationships" id="264" r:id="Re089311122944566"/>
    <p:sldId xmlns:r="http://schemas.openxmlformats.org/officeDocument/2006/relationships" id="265" r:id="Rfd95f141726c44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d6026010184621" /><Relationship Type="http://schemas.openxmlformats.org/officeDocument/2006/relationships/slideMaster" Target="/ppt/slideMasters/slideMaster1.xml" Id="R36c1f7eab6ad42be" /><Relationship Type="http://schemas.openxmlformats.org/officeDocument/2006/relationships/notesMaster" Target="/ppt/notesMasters/notesMaster1.xml" Id="Rcf6fd8a0a9924a7b" /><Relationship Type="http://schemas.openxmlformats.org/officeDocument/2006/relationships/presProps" Target="/ppt/presProps.xml" Id="R5e329b2b543b4a3f" /><Relationship Type="http://schemas.openxmlformats.org/officeDocument/2006/relationships/tableStyles" Target="/ppt/tableStyles.xml" Id="R8553b18cd24a4c49" /><Relationship Type="http://schemas.openxmlformats.org/officeDocument/2006/relationships/slide" Target="/ppt/slides/slide1.xml" Id="R0a24d4dfd6ea43c5" /><Relationship Type="http://schemas.openxmlformats.org/officeDocument/2006/relationships/slide" Target="/ppt/slides/slide2.xml" Id="Rf43a3e9354fd49d9" /><Relationship Type="http://schemas.openxmlformats.org/officeDocument/2006/relationships/slide" Target="/ppt/slides/slide3.xml" Id="Rb155e4fe346d4831" /><Relationship Type="http://schemas.openxmlformats.org/officeDocument/2006/relationships/slide" Target="/ppt/slides/slide4.xml" Id="R14aa95c6de52415d" /><Relationship Type="http://schemas.openxmlformats.org/officeDocument/2006/relationships/slide" Target="/ppt/slides/slide5.xml" Id="R0501eec83fab464a" /><Relationship Type="http://schemas.openxmlformats.org/officeDocument/2006/relationships/slide" Target="/ppt/slides/slide6.xml" Id="Ra7b86e7424a64d50" /><Relationship Type="http://schemas.openxmlformats.org/officeDocument/2006/relationships/slide" Target="/ppt/slides/slide7.xml" Id="Rf31b957fed49443c" /><Relationship Type="http://schemas.openxmlformats.org/officeDocument/2006/relationships/slide" Target="/ppt/slides/slide8.xml" Id="Re348a82a4afd43b7" /><Relationship Type="http://schemas.openxmlformats.org/officeDocument/2006/relationships/slide" Target="/ppt/slides/slide9.xml" Id="Re089311122944566" /><Relationship Type="http://schemas.openxmlformats.org/officeDocument/2006/relationships/slide" Target="/ppt/slides/slide10.xml" Id="Rfd95f141726c44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0e30371d064b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rue or Not">
      <a:dk1>
        <a:srgbClr val="000000"/>
      </a:dk1>
      <a:lt1>
        <a:srgbClr val="FFFFFF"/>
      </a:lt1>
      <a:dk2>
        <a:srgbClr val="172233"/>
      </a:dk2>
      <a:lt2>
        <a:srgbClr val="EEF1F4"/>
      </a:lt2>
      <a:accent1>
        <a:srgbClr val="3D79C5"/>
      </a:accent1>
      <a:accent2>
        <a:srgbClr val="398259"/>
      </a:accent2>
      <a:accent3>
        <a:srgbClr val="B48217"/>
      </a:accent3>
      <a:accent4>
        <a:srgbClr val="A84949"/>
      </a:accent4>
      <a:accent5>
        <a:srgbClr val="536275"/>
      </a:accent5>
      <a:accent6>
        <a:srgbClr val="8A6DB2"/>
      </a:accent6>
      <a:hlink>
        <a:srgbClr val="3D79C5"/>
      </a:hlink>
      <a:folHlink>
        <a:srgbClr val="6E58A5"/>
      </a:folHlink>
    </a:clrScheme>
    <a:fontScheme name="">
      <a:majorFont>
        <a:latin typeface="Aptos"/>
        <a:ea typeface=""/>
        <a:cs typeface=""/>
      </a:majorFont>
      <a:minorFont>
        <a:latin typeface="Aptos"/>
        <a:ea typeface=""/>
        <a:cs typeface=""/>
      </a:minorFont>
    </a:fontScheme>
    <a:fmtScheme name="True or No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4e58ff8b2b4f52" /><Relationship Type="http://schemas.openxmlformats.org/officeDocument/2006/relationships/notesMaster" Target="/ppt/notesMasters/notesMaster1.xml" Id="R7ffc952e33c844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a021af2f5244fb" /><Relationship Type="http://schemas.openxmlformats.org/officeDocument/2006/relationships/notesMaster" Target="/ppt/notesMasters/notesMaster1.xml" Id="R30b737dae59f4a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cde3547a4a467f" /><Relationship Type="http://schemas.openxmlformats.org/officeDocument/2006/relationships/notesMaster" Target="/ppt/notesMasters/notesMaster1.xml" Id="Rb11cdfbc543a4c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7814624e3642e3" /><Relationship Type="http://schemas.openxmlformats.org/officeDocument/2006/relationships/notesMaster" Target="/ppt/notesMasters/notesMaster1.xml" Id="R40f16e09258844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777876bc69496f" /><Relationship Type="http://schemas.openxmlformats.org/officeDocument/2006/relationships/notesMaster" Target="/ppt/notesMasters/notesMaster1.xml" Id="Redacbab1c8b548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6ac41f28a74c0a" /><Relationship Type="http://schemas.openxmlformats.org/officeDocument/2006/relationships/notesMaster" Target="/ppt/notesMasters/notesMaster1.xml" Id="R538a37a04a384c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688fa2ed5043d3" /><Relationship Type="http://schemas.openxmlformats.org/officeDocument/2006/relationships/notesMaster" Target="/ppt/notesMasters/notesMaster1.xml" Id="R4c6b907a233744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4138c97bdd4ade" /><Relationship Type="http://schemas.openxmlformats.org/officeDocument/2006/relationships/notesMaster" Target="/ppt/notesMasters/notesMaster1.xml" Id="R1a7deac58b4546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911903ce1e4e14" /><Relationship Type="http://schemas.openxmlformats.org/officeDocument/2006/relationships/notesMaster" Target="/ppt/notesMasters/notesMaster1.xml" Id="R8fb72f5cf4a04d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0f80a3e4624cd1" /><Relationship Type="http://schemas.openxmlformats.org/officeDocument/2006/relationships/notesMaster" Target="/ppt/notesMasters/notesMaster1.xml" Id="Rdbcb1161f6a341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
            </a:r>
          </a:p>
          <a:p xmlns:a="http://schemas.openxmlformats.org/drawingml/2006/main">
            <a:r>
              <a:t>안녕하세요. True or Not을 소개하겠습니다. 사용자가 가져온 온라인 주장을 원문 자료와 비교하고, 판정과 함께 근거를 보여주는 서비스입니다. 발표는 설명 8분, 시연 10분, 질의응답 2분으로 진행합니다.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0:15–1:30</a:t>
            </a:r>
          </a:p>
          <a:p xmlns:a="http://schemas.openxmlformats.org/drawingml/2006/main">
            <a:r>
              <a:t/>
            </a:r>
          </a:p>
          <a:p xmlns:a="http://schemas.openxmlformats.org/drawingml/2006/main">
            <a:r>
              <a:t>온라인 기사나 게시물에는 사실 주장뿐 아니라 의견과 예측도 함께 들어 있습니다. 검색 결과만으로는 원문과 인용의 조건을 확인하기 어렵습니다. True or Not은 사용자가 확인하고 싶은 내용을 주장으로 나누고, 자료를 읽어 판정과 출처를 함께 보여줍니다. 근거가 부족하면 그 한계도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1:30–3:00</a:t>
            </a:r>
          </a:p>
          <a:p xmlns:a="http://schemas.openxmlformats.org/drawingml/2006/main">
            <a:r>
              <a:t/>
            </a:r>
          </a:p>
          <a:p xmlns:a="http://schemas.openxmlformats.org/drawingml/2006/main">
            <a:r>
              <a:t>프론트엔드, 백엔드, QA와 문서 작업을 나눠 진행했습니다. 서로 만든 기능을 연결하기 위해 요청과 결과 형식을 맞췄고, 주장과 출처가 올바르게 이어지는지 확인했습니다. 성우님의 QA에서 처리 지연을 확인했고, 백엔드 담당자들이 순차 처리의 병목을 병렬 처리 방식으로 개선했습니다. 수치로 확인되지 않은 시간 절감률은 말하지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3:00–4:00</a:t>
            </a:r>
          </a:p>
          <a:p xmlns:a="http://schemas.openxmlformats.org/drawingml/2006/main">
            <a:r>
              <a:t/>
            </a:r>
          </a:p>
          <a:p xmlns:a="http://schemas.openxmlformats.org/drawingml/2006/main">
            <a:r>
              <a:t>브라우저의 Next.js 화면과 서버 프록시가 요청을 받아 FastAPI로 전달합니다. LangGraph가 검증 단계를 진행하고 검색·원문·모델 공급자와 연결합니다. 검증 중 공유하는 상태와 화면으로 돌려주는 응답은 Data 영역에 나눠 표시했습니다. 대화는 별도 저장 동의를 받은 경우 Render PostgreSQL에 기록합니다.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4:00–5:15</a:t>
            </a:r>
          </a:p>
          <a:p xmlns:a="http://schemas.openxmlformats.org/drawingml/2006/main">
            <a:r>
              <a:t/>
            </a:r>
          </a:p>
          <a:p xmlns:a="http://schemas.openxmlformats.org/drawingml/2006/main">
            <a:r>
              <a:t>첫째, 입력에서 최대 세 개의 주장을 뽑습니다. 둘째, 검색합니다. 셋째, 원문을 읽습니다. 넷째, 주장과 원문 인용을 대조합니다. 다섯째, 판정과 근거, 출처를 결과 형식에 맞춰 정리합니다. 근거를 더 찾아야 하는 조건이면 검색으로 돌아갈 수 있지만 재탐색은 최대 한 번입니다. 검증이 필요하지 않은 밈이나 일반 질문은 검증 흐름과 분리해 일반 답변 경로로 보냅니다. 이와 함께 QA에서 발견한 처리 지연을 백엔드 병렬 처리로 개선했습니다.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5:15–6:00</a:t>
            </a:r>
          </a:p>
          <a:p xmlns:a="http://schemas.openxmlformats.org/drawingml/2006/main">
            <a:r>
              <a:t/>
            </a:r>
          </a:p>
          <a:p xmlns:a="http://schemas.openxmlformats.org/drawingml/2006/main">
            <a:r>
              <a:t>화면에는 전체 점수와 주장별 점수가 표시됩니다. 선택한 주장의 근거와 원문을 이어서 볼 수 있습니다. 이 캡처는 화면 구성을 보여주는 예시입니다. 현재 시연 결과는 실제로 실행한 요청의 출처와 판정을 기준으로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6:00–6:35</a:t>
            </a:r>
          </a:p>
          <a:p xmlns:a="http://schemas.openxmlformats.org/drawingml/2006/main">
            <a:r>
              <a:t/>
            </a:r>
          </a:p>
          <a:p xmlns:a="http://schemas.openxmlformats.org/drawingml/2006/main">
            <a:r>
              <a:t>판정 문구만 보지 않고 연결된 인용과 출처를 확인합니다. 읽지 못한 자료는 근거로 사용하지 않고, 원문에 없는 인용은 제외합니다. 자료가 부족하면 근거 부족으로 안내합니다. 의견이나 예측은 사실 확인 결과와 구분합니다. YouTube의 제목이나 댓글은 참고 맥락이며 직접적인 판정 근거와 같지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6:35–7:30</a:t>
            </a:r>
          </a:p>
          <a:p xmlns:a="http://schemas.openxmlformats.org/drawingml/2006/main">
            <a:r>
              <a:t/>
            </a:r>
          </a:p>
          <a:p xmlns:a="http://schemas.openxmlformats.org/drawingml/2006/main">
            <a:r>
              <a:t>프론트엔드는 Vercel에, FastAPI와 PostgreSQL은 Render에 배포합니다. 자동화 검사는 프론트엔드 테스트·타입·빌드와 백엔드 테스트를 수행합니다. 이 검사만으로 실제 모델이나 검색 공급자의 모든 응답을 보장하지는 않습니다. 공개 서비스 연결과 검증 요청은 별도 QA에서 확인했습니다. 대화 저장과 외부 전송도 서로 다른 동의이며, 대화 저장은 별도 선택입니다. 전체 저장·복원 수용 시험과 부하 검증은 남은 확인 범위입니다.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7:30–8:00 소개, 8:00–18:00 실시간 시연</a:t>
            </a:r>
          </a:p>
          <a:p xmlns:a="http://schemas.openxmlformats.org/drawingml/2006/main">
            <a:r>
              <a:t/>
            </a:r>
          </a:p>
          <a:p xmlns:a="http://schemas.openxmlformats.org/drawingml/2006/main">
            <a:r>
              <a:t>시연은 F01, F03, F05, F06, F07, F08, F09, F10, F11 순서로 진행합니다. F01은 ‘마크 저커버그는 랩틸리언이다’, F03은 ‘2024년 한국 합계출산율은 0.75명이다’, F05는 ‘김연아가 2010년 올림픽 금메달을 땄다’, F06은 ‘지구는 평평하다’, F07은 ‘내일 로또 1등 번호는 7번이다’, F08은 ‘BTS가 2026년 월드투어를 한다’, F09는 ‘라면이 몸에 좋다는 것은 과장이다’, F10은 사진 속 인물이 침착맨인지 묻는 질문, F11은 금성이 태양계에서 가장 뜨겁고 태양에 가장 가깝다는 복합 주장입니다. F11은 NASA 금성·수성 자료를 참고합니다: https://science.nasa.gov/venus/venus-facts/ ; https://science.nasa.gov/mercury/facts/ . 예상 판정은 단정하지 않고 실제 실행 결과와 출처를 기준으로 설명합니다. 응답이 늦으면 사전 실행 화면이라고 밝힌 뒤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18:00–20:00</a:t>
            </a:r>
          </a:p>
          <a:p xmlns:a="http://schemas.openxmlformats.org/drawingml/2006/main">
            <a:r>
              <a:t/>
            </a:r>
          </a:p>
          <a:p xmlns:a="http://schemas.openxmlformats.org/drawingml/2006/main">
            <a:r>
              <a:t>질문을 받습니다. 답변은 실제 확인한 기능, 테스트, 배포 기록을 기준으로 하며 아직 확인하지 않은 항목은 미확인이라고 구분합니다. 들어주셔서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97128583aa49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9bba3b8a9f48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b805a7597b45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6ff0eff52847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b7f332e7e549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6bafcea2d84c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4B58CD-EFD1-4C3C-84E4-C6974257CA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2C8D85-5A86-4AFE-9301-8AEA105BEE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AC00B6-DC53-4C6A-8371-CEFA43F84E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45F147-6675-486C-AD10-EFA7D1C6AD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B996EE-4ABD-4277-95D3-0672A7495A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066690-8F88-4164-B031-BA05065A24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E56BB7-1700-4B7F-848D-144ED41D5D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100120-57C0-4F4D-BB61-455710EE52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DAF1C8-E350-4DEF-95CA-0CD03D4598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F8B7A2-A9A0-4618-952E-62F1D55485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2c5c5f98cf4d84" /><Relationship Type="http://schemas.openxmlformats.org/officeDocument/2006/relationships/slideLayout" Target="/ppt/slideLayouts/slideLayout1.xml" Id="R081d1ad2dd534979" /><Relationship Type="http://schemas.openxmlformats.org/officeDocument/2006/relationships/slideLayout" Target="/ppt/slideLayouts/slideLayout2.xml" Id="Ra4447ad0f0d04c2e" /><Relationship Type="http://schemas.openxmlformats.org/officeDocument/2006/relationships/slideLayout" Target="/ppt/slideLayouts/slideLayout3.xml" Id="R84412d9d230c4ff2" /><Relationship Type="http://schemas.openxmlformats.org/officeDocument/2006/relationships/slideLayout" Target="/ppt/slideLayouts/slideLayout4.xml" Id="R8a2d7cec5f0c4637" /><Relationship Type="http://schemas.openxmlformats.org/officeDocument/2006/relationships/slideLayout" Target="/ppt/slideLayouts/slideLayout5.xml" Id="R144665c487954d09" /><Relationship Type="http://schemas.openxmlformats.org/officeDocument/2006/relationships/slideLayout" Target="/ppt/slideLayouts/slideLayout6.xml" Id="R4dc28603c3db46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1d1ad2dd534979"/>
    <p:sldLayoutId xmlns:r="http://schemas.openxmlformats.org/officeDocument/2006/relationships" id="2147483650" r:id="Ra4447ad0f0d04c2e"/>
    <p:sldLayoutId xmlns:r="http://schemas.openxmlformats.org/officeDocument/2006/relationships" id="2147483651" r:id="R84412d9d230c4ff2"/>
    <p:sldLayoutId xmlns:r="http://schemas.openxmlformats.org/officeDocument/2006/relationships" id="2147483652" r:id="R8a2d7cec5f0c4637"/>
    <p:sldLayoutId xmlns:r="http://schemas.openxmlformats.org/officeDocument/2006/relationships" id="2147483653" r:id="R144665c487954d09"/>
    <p:sldLayoutId xmlns:r="http://schemas.openxmlformats.org/officeDocument/2006/relationships" id="2147483654" r:id="R4dc28603c3db46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rue or Not">
      <a:dk1>
        <a:srgbClr val="000000"/>
      </a:dk1>
      <a:lt1>
        <a:srgbClr val="FFFFFF"/>
      </a:lt1>
      <a:dk2>
        <a:srgbClr val="172233"/>
      </a:dk2>
      <a:lt2>
        <a:srgbClr val="EEF1F4"/>
      </a:lt2>
      <a:accent1>
        <a:srgbClr val="3D79C5"/>
      </a:accent1>
      <a:accent2>
        <a:srgbClr val="398259"/>
      </a:accent2>
      <a:accent3>
        <a:srgbClr val="B48217"/>
      </a:accent3>
      <a:accent4>
        <a:srgbClr val="A84949"/>
      </a:accent4>
      <a:accent5>
        <a:srgbClr val="536275"/>
      </a:accent5>
      <a:accent6>
        <a:srgbClr val="8A6DB2"/>
      </a:accent6>
      <a:hlink>
        <a:srgbClr val="3D79C5"/>
      </a:hlink>
      <a:folHlink>
        <a:srgbClr val="6E58A5"/>
      </a:folHlink>
    </a:clrScheme>
    <a:fontScheme name="">
      <a:majorFont>
        <a:latin typeface="Aptos"/>
        <a:ea typeface=""/>
        <a:cs typeface=""/>
      </a:majorFont>
      <a:minorFont>
        <a:latin typeface="Aptos"/>
        <a:ea typeface=""/>
        <a:cs typeface=""/>
      </a:minorFont>
    </a:fontScheme>
    <a:fmtScheme name="True or No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0c8a076c944866" /><Relationship Type="http://schemas.openxmlformats.org/officeDocument/2006/relationships/notesSlide" Target="/ppt/notesSlides/notesSlide1.xml" Id="Rb50d9d2ef79d4d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90fb5cca974465" /><Relationship Type="http://schemas.openxmlformats.org/officeDocument/2006/relationships/notesSlide" Target="/ppt/notesSlides/notesSlide2.xml" Id="R56dfd3b6b20447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44bf82bc214e2b" /><Relationship Type="http://schemas.openxmlformats.org/officeDocument/2006/relationships/notesSlide" Target="/ppt/notesSlides/notesSlide3.xml" Id="R3459038320d841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59ef57757d40d4" /><Relationship Type="http://schemas.openxmlformats.org/officeDocument/2006/relationships/notesSlide" Target="/ppt/notesSlides/notesSlide4.xml" Id="R532845eb222846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a0e86de8b64a75" /><Relationship Type="http://schemas.openxmlformats.org/officeDocument/2006/relationships/notesSlide" Target="/ppt/notesSlides/notesSlide5.xml" Id="R024cf926413240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8fd9cc027f4eb3" /><Relationship Type="http://schemas.openxmlformats.org/officeDocument/2006/relationships/image" Target="/ppt/media/image.png" Id="R50cb086cb842443e" /><Relationship Type="http://schemas.openxmlformats.org/officeDocument/2006/relationships/notesSlide" Target="/ppt/notesSlides/notesSlide6.xml" Id="R48e00061162e46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522680a8864362" /><Relationship Type="http://schemas.openxmlformats.org/officeDocument/2006/relationships/notesSlide" Target="/ppt/notesSlides/notesSlide7.xml" Id="R7390905f4c2641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35e87ec479410c" /><Relationship Type="http://schemas.openxmlformats.org/officeDocument/2006/relationships/notesSlide" Target="/ppt/notesSlides/notesSlide8.xml" Id="R15eb6f4452144f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a2e828eebf04c7c" /><Relationship Type="http://schemas.openxmlformats.org/officeDocument/2006/relationships/notesSlide" Target="/ppt/notesSlides/notesSlide9.xml" Id="R30c37f1a685243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60d0b48b904e40" /><Relationship Type="http://schemas.openxmlformats.org/officeDocument/2006/relationships/notesSlide" Target="/ppt/notesSlides/notesSlide10.xml" Id="R6d074239cb1b44ad" /></Relationships>
</file>

<file path=ppt/slides/slide1.xml><?xml version="1.0" encoding="utf-8"?>
<p:sld xmlns:p="http://schemas.openxmlformats.org/presentationml/2006/main">
  <p:cSld>
    <p:bg>
      <p:bgPr>
        <a:solidFill xmlns:a="http://schemas.openxmlformats.org/drawingml/2006/main">
          <a:srgbClr val="151A21"/>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201A55D2-9163-4E88-8510-88CF87CB477F}"/>
              </a:ext>
            </a:extLst>
          </p:cNvPr>
          <p:cNvSpPr>
            <a:spLocks xmlns:a="http://schemas.openxmlformats.org/drawingml/2006/main" noGrp="1"/>
          </p:cNvSpPr>
          <p:nvPr/>
        </p:nvSpPr>
        <p:spPr>
          <a:xfrm xmlns:a="http://schemas.openxmlformats.org/drawingml/2006/main">
            <a:off x="781050" y="1885950"/>
            <a:ext cx="1000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850" b="1">
                <a:solidFill>
                  <a:srgbClr val="F6F8FB"/>
                </a:solidFill>
                <a:latin typeface="Malgun Gothic"/>
                <a:ea typeface="Malgun Gothic"/>
                <a:cs typeface="Malgun Gothic"/>
              </a:defRPr>
            </a:defPPr>
          </a:lstStyle>
          <a:p xmlns:a="http://schemas.openxmlformats.org/drawingml/2006/main">
            <a:pPr algn="l">
              <a:defRPr sz="5850" b="1">
                <a:solidFill>
                  <a:srgbClr val="F6F8FB"/>
                </a:solidFill>
                <a:latin typeface="Malgun Gothic"/>
                <a:ea typeface="Malgun Gothic"/>
                <a:cs typeface="Malgun Gothic"/>
              </a:defRPr>
            </a:pPr>
            <a:r>
              <a:rPr sz="5850" b="1">
                <a:solidFill>
                  <a:srgbClr val="F6F8FB"/>
                </a:solidFill>
                <a:latin typeface="Malgun Gothic"/>
                <a:ea typeface="Malgun Gothic"/>
                <a:cs typeface="Malgun Gothic"/>
              </a:rPr>
              <a:t>True or Not</a:t>
            </a:r>
          </a:p>
        </p:txBody>
      </p:sp>
      <p:sp>
        <p:nvSpPr>
          <p:cNvPr id="2" name="cover-subtitle">
            <a:extLst xmlns:a="http://schemas.openxmlformats.org/drawingml/2006/main">
              <a:ext uri="{FF2B5EF4-FFF2-40B4-BE49-F238E27FC236}">
                <a16:creationId xmlns:a16="http://schemas.microsoft.com/office/drawing/2014/main" id="{AB742315-295C-41E3-9733-D39A707E9CE4}"/>
              </a:ext>
            </a:extLst>
          </p:cNvPr>
          <p:cNvSpPr>
            <a:spLocks xmlns:a="http://schemas.openxmlformats.org/drawingml/2006/main" noGrp="1"/>
          </p:cNvSpPr>
          <p:nvPr/>
        </p:nvSpPr>
        <p:spPr>
          <a:xfrm xmlns:a="http://schemas.openxmlformats.org/drawingml/2006/main">
            <a:off x="819150" y="3124200"/>
            <a:ext cx="1000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a:solidFill>
                  <a:srgbClr val="F6F8FB"/>
                </a:solidFill>
                <a:latin typeface="Malgun Gothic"/>
                <a:ea typeface="Malgun Gothic"/>
                <a:cs typeface="Malgun Gothic"/>
              </a:defRPr>
            </a:defPPr>
          </a:lstStyle>
          <a:p xmlns:a="http://schemas.openxmlformats.org/drawingml/2006/main">
            <a:pPr algn="l">
              <a:defRPr sz="2550" b="0">
                <a:solidFill>
                  <a:srgbClr val="F6F8FB"/>
                </a:solidFill>
                <a:latin typeface="Malgun Gothic"/>
                <a:ea typeface="Malgun Gothic"/>
                <a:cs typeface="Malgun Gothic"/>
              </a:defRPr>
            </a:pPr>
            <a:r>
              <a:rPr sz="2550" b="0">
                <a:solidFill>
                  <a:srgbClr val="F6F8FB"/>
                </a:solidFill>
                <a:latin typeface="Malgun Gothic"/>
                <a:ea typeface="Malgun Gothic"/>
                <a:cs typeface="Malgun Gothic"/>
              </a:rPr>
              <a:t>주장과 원문 근거를 연결하는 검증 서비스</a:t>
            </a:r>
          </a:p>
        </p:txBody>
      </p:sp>
      <p:sp>
        <p:nvSpPr>
          <p:cNvPr id="3" name="cover-purpose">
            <a:extLst xmlns:a="http://schemas.openxmlformats.org/drawingml/2006/main">
              <a:ext uri="{FF2B5EF4-FFF2-40B4-BE49-F238E27FC236}">
                <a16:creationId xmlns:a16="http://schemas.microsoft.com/office/drawing/2014/main" id="{5541F412-3539-4B04-B505-AA5792FA86BF}"/>
              </a:ext>
            </a:extLst>
          </p:cNvPr>
          <p:cNvSpPr>
            <a:spLocks xmlns:a="http://schemas.openxmlformats.org/drawingml/2006/main" noGrp="1"/>
          </p:cNvSpPr>
          <p:nvPr/>
        </p:nvSpPr>
        <p:spPr>
          <a:xfrm xmlns:a="http://schemas.openxmlformats.org/drawingml/2006/main">
            <a:off x="838200" y="40290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7C0CB"/>
                </a:solidFill>
                <a:latin typeface="Malgun Gothic"/>
                <a:ea typeface="Malgun Gothic"/>
                <a:cs typeface="Malgun Gothic"/>
              </a:defRPr>
            </a:defPPr>
          </a:lstStyle>
          <a:p xmlns:a="http://schemas.openxmlformats.org/drawingml/2006/main">
            <a:pPr algn="l">
              <a:defRPr sz="1875" b="0">
                <a:solidFill>
                  <a:srgbClr val="B7C0CB"/>
                </a:solidFill>
                <a:latin typeface="Malgun Gothic"/>
                <a:ea typeface="Malgun Gothic"/>
                <a:cs typeface="Malgun Gothic"/>
              </a:defRPr>
            </a:pPr>
            <a:r>
              <a:rPr sz="1875" b="0">
                <a:solidFill>
                  <a:srgbClr val="B7C0CB"/>
                </a:solidFill>
                <a:latin typeface="Malgun Gothic"/>
                <a:ea typeface="Malgun Gothic"/>
                <a:cs typeface="Malgun Gothic"/>
              </a:rPr>
              <a:t>온라인 정보의 판정과 근거를 함께 확인합니다</a:t>
            </a:r>
          </a:p>
        </p:txBody>
      </p:sp>
      <p:sp>
        <p:nvSpPr>
          <p:cNvPr id="4" name="cover-duration">
            <a:extLst xmlns:a="http://schemas.openxmlformats.org/drawingml/2006/main">
              <a:ext uri="{FF2B5EF4-FFF2-40B4-BE49-F238E27FC236}">
                <a16:creationId xmlns:a16="http://schemas.microsoft.com/office/drawing/2014/main" id="{AA4F3D5F-A949-48C9-8BB9-AA8DFC30C18A}"/>
              </a:ext>
            </a:extLst>
          </p:cNvPr>
          <p:cNvSpPr>
            <a:spLocks xmlns:a="http://schemas.openxmlformats.org/drawingml/2006/main" noGrp="1"/>
          </p:cNvSpPr>
          <p:nvPr/>
        </p:nvSpPr>
        <p:spPr>
          <a:xfrm xmlns:a="http://schemas.openxmlformats.org/drawingml/2006/main">
            <a:off x="838200" y="55435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B7C0CB"/>
                </a:solidFill>
                <a:latin typeface="Malgun Gothic"/>
                <a:ea typeface="Malgun Gothic"/>
                <a:cs typeface="Malgun Gothic"/>
              </a:defRPr>
            </a:defPPr>
          </a:lstStyle>
          <a:p xmlns:a="http://schemas.openxmlformats.org/drawingml/2006/main">
            <a:pPr algn="l">
              <a:defRPr sz="1725" b="0">
                <a:solidFill>
                  <a:srgbClr val="B7C0CB"/>
                </a:solidFill>
                <a:latin typeface="Malgun Gothic"/>
                <a:ea typeface="Malgun Gothic"/>
                <a:cs typeface="Malgun Gothic"/>
              </a:defRPr>
            </a:pPr>
            <a:r>
              <a:rPr sz="1725" b="0">
                <a:solidFill>
                  <a:srgbClr val="B7C0CB"/>
                </a:solidFill>
                <a:latin typeface="Malgun Gothic"/>
                <a:ea typeface="Malgun Gothic"/>
                <a:cs typeface="Malgun Gothic"/>
              </a:rPr>
              <a:t>설명 8분   /   시연 10분   /   질의응답 2분</a:t>
            </a:r>
          </a:p>
        </p:txBody>
      </p:sp>
    </p:spTree>
    <p:extLst>
      <p:ext uri="{BB962C8B-B14F-4D97-AF65-F5344CB8AC3E}">
        <p14:creationId xmlns:p14="http://schemas.microsoft.com/office/powerpoint/2010/main" val="1956538452"/>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FD5BC27-0207-4805-ABA0-C40FBB7CF393}"/>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온라인 주장은 사실과 의견이 섞여 있습니다</a:t>
            </a:r>
          </a:p>
        </p:txBody>
      </p:sp>
      <p:sp>
        <p:nvSpPr>
          <p:cNvPr id="2" name="slide-subtitle">
            <a:extLst xmlns:a="http://schemas.openxmlformats.org/drawingml/2006/main">
              <a:ext uri="{FF2B5EF4-FFF2-40B4-BE49-F238E27FC236}">
                <a16:creationId xmlns:a16="http://schemas.microsoft.com/office/drawing/2014/main" id="{5616A1AF-2BA3-44AA-92E9-E00CF85703D4}"/>
              </a:ext>
            </a:extLst>
          </p:cNvPr>
          <p:cNvSpPr>
            <a:spLocks xmlns:a="http://schemas.openxmlformats.org/drawingml/2006/main" noGrp="1"/>
          </p:cNvSpPr>
          <p:nvPr/>
        </p:nvSpPr>
        <p:spPr>
          <a:xfrm xmlns:a="http://schemas.openxmlformats.org/drawingml/2006/main">
            <a:off x="723900" y="10668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36275"/>
                </a:solidFill>
                <a:latin typeface="Malgun Gothic"/>
                <a:ea typeface="Malgun Gothic"/>
                <a:cs typeface="Malgun Gothic"/>
              </a:defRPr>
            </a:defPPr>
          </a:lstStyle>
          <a:p xmlns:a="http://schemas.openxmlformats.org/drawingml/2006/main">
            <a:pPr algn="l">
              <a:defRPr sz="1875" b="0">
                <a:solidFill>
                  <a:srgbClr val="536275"/>
                </a:solidFill>
                <a:latin typeface="Malgun Gothic"/>
                <a:ea typeface="Malgun Gothic"/>
                <a:cs typeface="Malgun Gothic"/>
              </a:defRPr>
            </a:pPr>
            <a:r>
              <a:rPr sz="1875" b="0">
                <a:solidFill>
                  <a:srgbClr val="536275"/>
                </a:solidFill>
                <a:latin typeface="Malgun Gothic"/>
                <a:ea typeface="Malgun Gothic"/>
                <a:cs typeface="Malgun Gothic"/>
              </a:rPr>
              <a:t>검색 결과 몇 개만으로는 원문과 조건을 확인하기 어렵습니다.</a:t>
            </a:r>
          </a:p>
        </p:txBody>
      </p:sp>
      <p:sp>
        <p:nvSpPr>
          <p:cNvPr id="3" name="claim-kind-1">
            <a:extLst xmlns:a="http://schemas.openxmlformats.org/drawingml/2006/main">
              <a:ext uri="{FF2B5EF4-FFF2-40B4-BE49-F238E27FC236}">
                <a16:creationId xmlns:a16="http://schemas.microsoft.com/office/drawing/2014/main" id="{B6DB388C-6D80-4DFA-9DBC-7C0520678AD9}"/>
              </a:ext>
            </a:extLst>
          </p:cNvPr>
          <p:cNvSpPr>
            <a:spLocks xmlns:a="http://schemas.openxmlformats.org/drawingml/2006/main" noGrp="1"/>
          </p:cNvSpPr>
          <p:nvPr/>
        </p:nvSpPr>
        <p:spPr>
          <a:xfrm xmlns:a="http://schemas.openxmlformats.org/drawingml/2006/main">
            <a:off x="781050" y="23241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3D79C5"/>
                </a:solidFill>
                <a:latin typeface="Malgun Gothic"/>
                <a:ea typeface="Malgun Gothic"/>
                <a:cs typeface="Malgun Gothic"/>
              </a:defRPr>
            </a:defPPr>
          </a:lstStyle>
          <a:p xmlns:a="http://schemas.openxmlformats.org/drawingml/2006/main">
            <a:pPr algn="l">
              <a:defRPr sz="2550" b="1">
                <a:solidFill>
                  <a:srgbClr val="3D79C5"/>
                </a:solidFill>
                <a:latin typeface="Malgun Gothic"/>
                <a:ea typeface="Malgun Gothic"/>
                <a:cs typeface="Malgun Gothic"/>
              </a:defRPr>
            </a:pPr>
            <a:r>
              <a:rPr sz="2550" b="1">
                <a:solidFill>
                  <a:srgbClr val="3D79C5"/>
                </a:solidFill>
                <a:latin typeface="Malgun Gothic"/>
                <a:ea typeface="Malgun Gothic"/>
                <a:cs typeface="Malgun Gothic"/>
              </a:rPr>
              <a:t>사실</a:t>
            </a:r>
          </a:p>
        </p:txBody>
      </p:sp>
      <p:sp>
        <p:nvSpPr>
          <p:cNvPr id="4" name="claim-kind-copy-1">
            <a:extLst xmlns:a="http://schemas.openxmlformats.org/drawingml/2006/main">
              <a:ext uri="{FF2B5EF4-FFF2-40B4-BE49-F238E27FC236}">
                <a16:creationId xmlns:a16="http://schemas.microsoft.com/office/drawing/2014/main" id="{E6B1B22B-988C-4F77-A070-7DD87992AB6A}"/>
              </a:ext>
            </a:extLst>
          </p:cNvPr>
          <p:cNvSpPr>
            <a:spLocks xmlns:a="http://schemas.openxmlformats.org/drawingml/2006/main" noGrp="1"/>
          </p:cNvSpPr>
          <p:nvPr/>
        </p:nvSpPr>
        <p:spPr>
          <a:xfrm xmlns:a="http://schemas.openxmlformats.org/drawingml/2006/main">
            <a:off x="781050" y="295275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36275"/>
                </a:solidFill>
                <a:latin typeface="Malgun Gothic"/>
                <a:ea typeface="Malgun Gothic"/>
                <a:cs typeface="Malgun Gothic"/>
              </a:defRPr>
            </a:defPPr>
          </a:lstStyle>
          <a:p xmlns:a="http://schemas.openxmlformats.org/drawingml/2006/main">
            <a:pPr algn="l">
              <a:defRPr sz="1800" b="0">
                <a:solidFill>
                  <a:srgbClr val="536275"/>
                </a:solidFill>
                <a:latin typeface="Malgun Gothic"/>
                <a:ea typeface="Malgun Gothic"/>
                <a:cs typeface="Malgun Gothic"/>
              </a:defRPr>
            </a:pPr>
            <a:r>
              <a:rPr sz="1800" b="0">
                <a:solidFill>
                  <a:srgbClr val="536275"/>
                </a:solidFill>
                <a:latin typeface="Malgun Gothic"/>
                <a:ea typeface="Malgun Gothic"/>
                <a:cs typeface="Malgun Gothic"/>
              </a:rPr>
              <a:t>자료와 수치로 확인할 수 있습니다.</a:t>
            </a:r>
          </a:p>
        </p:txBody>
      </p:sp>
      <p:sp>
        <p:nvSpPr>
          <p:cNvPr id="5" name="claim-divider-1">
            <a:extLst xmlns:a="http://schemas.openxmlformats.org/drawingml/2006/main">
              <a:ext uri="{FF2B5EF4-FFF2-40B4-BE49-F238E27FC236}">
                <a16:creationId xmlns:a16="http://schemas.microsoft.com/office/drawing/2014/main" id="{0AE9772F-5A9F-4C46-A8FA-DDB5812A6E38}"/>
              </a:ext>
            </a:extLst>
          </p:cNvPr>
          <p:cNvSpPr>
            <a:spLocks xmlns:a="http://schemas.openxmlformats.org/drawingml/2006/main" noGrp="1"/>
          </p:cNvSpPr>
          <p:nvPr/>
        </p:nvSpPr>
        <p:spPr>
          <a:xfrm xmlns:a="http://schemas.openxmlformats.org/drawingml/2006/main">
            <a:off x="3924300" y="2238375"/>
            <a:ext cx="0" cy="161925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6" name="claim-kind-2">
            <a:extLst xmlns:a="http://schemas.openxmlformats.org/drawingml/2006/main">
              <a:ext uri="{FF2B5EF4-FFF2-40B4-BE49-F238E27FC236}">
                <a16:creationId xmlns:a16="http://schemas.microsoft.com/office/drawing/2014/main" id="{7B3A43B7-CEB1-4373-BC6B-78DE523D609F}"/>
              </a:ext>
            </a:extLst>
          </p:cNvPr>
          <p:cNvSpPr>
            <a:spLocks xmlns:a="http://schemas.openxmlformats.org/drawingml/2006/main" noGrp="1"/>
          </p:cNvSpPr>
          <p:nvPr/>
        </p:nvSpPr>
        <p:spPr>
          <a:xfrm xmlns:a="http://schemas.openxmlformats.org/drawingml/2006/main">
            <a:off x="4362450" y="23241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398259"/>
                </a:solidFill>
                <a:latin typeface="Malgun Gothic"/>
                <a:ea typeface="Malgun Gothic"/>
                <a:cs typeface="Malgun Gothic"/>
              </a:defRPr>
            </a:defPPr>
          </a:lstStyle>
          <a:p xmlns:a="http://schemas.openxmlformats.org/drawingml/2006/main">
            <a:pPr algn="l">
              <a:defRPr sz="2550" b="1">
                <a:solidFill>
                  <a:srgbClr val="398259"/>
                </a:solidFill>
                <a:latin typeface="Malgun Gothic"/>
                <a:ea typeface="Malgun Gothic"/>
                <a:cs typeface="Malgun Gothic"/>
              </a:defRPr>
            </a:pPr>
            <a:r>
              <a:rPr sz="2550" b="1">
                <a:solidFill>
                  <a:srgbClr val="398259"/>
                </a:solidFill>
                <a:latin typeface="Malgun Gothic"/>
                <a:ea typeface="Malgun Gothic"/>
                <a:cs typeface="Malgun Gothic"/>
              </a:rPr>
              <a:t>의견</a:t>
            </a:r>
          </a:p>
        </p:txBody>
      </p:sp>
      <p:sp>
        <p:nvSpPr>
          <p:cNvPr id="7" name="claim-kind-copy-2">
            <a:extLst xmlns:a="http://schemas.openxmlformats.org/drawingml/2006/main">
              <a:ext uri="{FF2B5EF4-FFF2-40B4-BE49-F238E27FC236}">
                <a16:creationId xmlns:a16="http://schemas.microsoft.com/office/drawing/2014/main" id="{B10842E5-0314-4CEB-AAB9-863FE1125B63}"/>
              </a:ext>
            </a:extLst>
          </p:cNvPr>
          <p:cNvSpPr>
            <a:spLocks xmlns:a="http://schemas.openxmlformats.org/drawingml/2006/main" noGrp="1"/>
          </p:cNvSpPr>
          <p:nvPr/>
        </p:nvSpPr>
        <p:spPr>
          <a:xfrm xmlns:a="http://schemas.openxmlformats.org/drawingml/2006/main">
            <a:off x="4362450" y="295275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36275"/>
                </a:solidFill>
                <a:latin typeface="Malgun Gothic"/>
                <a:ea typeface="Malgun Gothic"/>
                <a:cs typeface="Malgun Gothic"/>
              </a:defRPr>
            </a:defPPr>
          </a:lstStyle>
          <a:p xmlns:a="http://schemas.openxmlformats.org/drawingml/2006/main">
            <a:pPr algn="l">
              <a:defRPr sz="1800" b="0">
                <a:solidFill>
                  <a:srgbClr val="536275"/>
                </a:solidFill>
                <a:latin typeface="Malgun Gothic"/>
                <a:ea typeface="Malgun Gothic"/>
                <a:cs typeface="Malgun Gothic"/>
              </a:defRPr>
            </a:pPr>
            <a:r>
              <a:rPr sz="1800" b="0">
                <a:solidFill>
                  <a:srgbClr val="536275"/>
                </a:solidFill>
                <a:latin typeface="Malgun Gothic"/>
                <a:ea typeface="Malgun Gothic"/>
                <a:cs typeface="Malgun Gothic"/>
              </a:rPr>
              <a:t>사람마다 해석이 달라질 수 있습니다.</a:t>
            </a:r>
          </a:p>
        </p:txBody>
      </p:sp>
      <p:sp>
        <p:nvSpPr>
          <p:cNvPr id="8" name="claim-divider-2">
            <a:extLst xmlns:a="http://schemas.openxmlformats.org/drawingml/2006/main">
              <a:ext uri="{FF2B5EF4-FFF2-40B4-BE49-F238E27FC236}">
                <a16:creationId xmlns:a16="http://schemas.microsoft.com/office/drawing/2014/main" id="{1A74D9C8-7C51-4C00-BD0E-C4BF31706A60}"/>
              </a:ext>
            </a:extLst>
          </p:cNvPr>
          <p:cNvSpPr>
            <a:spLocks xmlns:a="http://schemas.openxmlformats.org/drawingml/2006/main" noGrp="1"/>
          </p:cNvSpPr>
          <p:nvPr/>
        </p:nvSpPr>
        <p:spPr>
          <a:xfrm xmlns:a="http://schemas.openxmlformats.org/drawingml/2006/main">
            <a:off x="7505700" y="2238375"/>
            <a:ext cx="0" cy="161925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9" name="claim-kind-3">
            <a:extLst xmlns:a="http://schemas.openxmlformats.org/drawingml/2006/main">
              <a:ext uri="{FF2B5EF4-FFF2-40B4-BE49-F238E27FC236}">
                <a16:creationId xmlns:a16="http://schemas.microsoft.com/office/drawing/2014/main" id="{D57EF378-68B5-4455-9815-287A6BA23727}"/>
              </a:ext>
            </a:extLst>
          </p:cNvPr>
          <p:cNvSpPr>
            <a:spLocks xmlns:a="http://schemas.openxmlformats.org/drawingml/2006/main" noGrp="1"/>
          </p:cNvSpPr>
          <p:nvPr/>
        </p:nvSpPr>
        <p:spPr>
          <a:xfrm xmlns:a="http://schemas.openxmlformats.org/drawingml/2006/main">
            <a:off x="7943850" y="23241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48217"/>
                </a:solidFill>
                <a:latin typeface="Malgun Gothic"/>
                <a:ea typeface="Malgun Gothic"/>
                <a:cs typeface="Malgun Gothic"/>
              </a:defRPr>
            </a:defPPr>
          </a:lstStyle>
          <a:p xmlns:a="http://schemas.openxmlformats.org/drawingml/2006/main">
            <a:pPr algn="l">
              <a:defRPr sz="2550" b="1">
                <a:solidFill>
                  <a:srgbClr val="B48217"/>
                </a:solidFill>
                <a:latin typeface="Malgun Gothic"/>
                <a:ea typeface="Malgun Gothic"/>
                <a:cs typeface="Malgun Gothic"/>
              </a:defRPr>
            </a:pPr>
            <a:r>
              <a:rPr sz="2550" b="1">
                <a:solidFill>
                  <a:srgbClr val="B48217"/>
                </a:solidFill>
                <a:latin typeface="Malgun Gothic"/>
                <a:ea typeface="Malgun Gothic"/>
                <a:cs typeface="Malgun Gothic"/>
              </a:rPr>
              <a:t>예측</a:t>
            </a:r>
          </a:p>
        </p:txBody>
      </p:sp>
      <p:sp>
        <p:nvSpPr>
          <p:cNvPr id="10" name="claim-kind-copy-3">
            <a:extLst xmlns:a="http://schemas.openxmlformats.org/drawingml/2006/main">
              <a:ext uri="{FF2B5EF4-FFF2-40B4-BE49-F238E27FC236}">
                <a16:creationId xmlns:a16="http://schemas.microsoft.com/office/drawing/2014/main" id="{9EB06C80-B700-4B1C-AB5B-0BAB5C132578}"/>
              </a:ext>
            </a:extLst>
          </p:cNvPr>
          <p:cNvSpPr>
            <a:spLocks xmlns:a="http://schemas.openxmlformats.org/drawingml/2006/main" noGrp="1"/>
          </p:cNvSpPr>
          <p:nvPr/>
        </p:nvSpPr>
        <p:spPr>
          <a:xfrm xmlns:a="http://schemas.openxmlformats.org/drawingml/2006/main">
            <a:off x="7943850" y="295275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36275"/>
                </a:solidFill>
                <a:latin typeface="Malgun Gothic"/>
                <a:ea typeface="Malgun Gothic"/>
                <a:cs typeface="Malgun Gothic"/>
              </a:defRPr>
            </a:defPPr>
          </a:lstStyle>
          <a:p xmlns:a="http://schemas.openxmlformats.org/drawingml/2006/main">
            <a:pPr algn="l">
              <a:defRPr sz="1800" b="0">
                <a:solidFill>
                  <a:srgbClr val="536275"/>
                </a:solidFill>
                <a:latin typeface="Malgun Gothic"/>
                <a:ea typeface="Malgun Gothic"/>
                <a:cs typeface="Malgun Gothic"/>
              </a:defRPr>
            </a:pPr>
            <a:r>
              <a:rPr sz="1800" b="0">
                <a:solidFill>
                  <a:srgbClr val="536275"/>
                </a:solidFill>
                <a:latin typeface="Malgun Gothic"/>
                <a:ea typeface="Malgun Gothic"/>
                <a:cs typeface="Malgun Gothic"/>
              </a:rPr>
              <a:t>미래 결과를 지금 사실로 확정할 수 없습니다.</a:t>
            </a:r>
          </a:p>
        </p:txBody>
      </p:sp>
      <p:sp>
        <p:nvSpPr>
          <p:cNvPr id="11" name="product-purpose">
            <a:extLst xmlns:a="http://schemas.openxmlformats.org/drawingml/2006/main">
              <a:ext uri="{FF2B5EF4-FFF2-40B4-BE49-F238E27FC236}">
                <a16:creationId xmlns:a16="http://schemas.microsoft.com/office/drawing/2014/main" id="{782B8E95-A17B-4722-8C3B-974E9F0ADC2D}"/>
              </a:ext>
            </a:extLst>
          </p:cNvPr>
          <p:cNvSpPr>
            <a:spLocks xmlns:a="http://schemas.openxmlformats.org/drawingml/2006/main" noGrp="1"/>
          </p:cNvSpPr>
          <p:nvPr/>
        </p:nvSpPr>
        <p:spPr>
          <a:xfrm xmlns:a="http://schemas.openxmlformats.org/drawingml/2006/main">
            <a:off x="781050" y="4810125"/>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2233"/>
                </a:solidFill>
                <a:latin typeface="Malgun Gothic"/>
                <a:ea typeface="Malgun Gothic"/>
                <a:cs typeface="Malgun Gothic"/>
              </a:defRPr>
            </a:defPPr>
          </a:lstStyle>
          <a:p xmlns:a="http://schemas.openxmlformats.org/drawingml/2006/main">
            <a:pPr algn="l">
              <a:defRPr sz="2325" b="1">
                <a:solidFill>
                  <a:srgbClr val="172233"/>
                </a:solidFill>
                <a:latin typeface="Malgun Gothic"/>
                <a:ea typeface="Malgun Gothic"/>
                <a:cs typeface="Malgun Gothic"/>
              </a:defRPr>
            </a:pPr>
            <a:r>
              <a:rPr sz="2325" b="1">
                <a:solidFill>
                  <a:srgbClr val="172233"/>
                </a:solidFill>
                <a:latin typeface="Malgun Gothic"/>
                <a:ea typeface="Malgun Gothic"/>
                <a:cs typeface="Malgun Gothic"/>
              </a:rPr>
              <a:t>True or Not은 확인된 내용과 불확실한 점을</a:t>
            </a:r>
          </a:p>
          <a:p xmlns:a="http://schemas.openxmlformats.org/drawingml/2006/main">
            <a:pPr algn="l">
              <a:defRPr sz="2325" b="1">
                <a:solidFill>
                  <a:srgbClr val="172233"/>
                </a:solidFill>
                <a:latin typeface="Malgun Gothic"/>
                <a:ea typeface="Malgun Gothic"/>
                <a:cs typeface="Malgun Gothic"/>
              </a:defRPr>
            </a:pPr>
            <a:r>
              <a:rPr sz="2325" b="1">
                <a:solidFill>
                  <a:srgbClr val="172233"/>
                </a:solidFill>
                <a:latin typeface="Malgun Gothic"/>
                <a:ea typeface="Malgun Gothic"/>
                <a:cs typeface="Malgun Gothic"/>
              </a:rPr>
              <a:t>원문 출처와 함께 보여줍니다.</a:t>
            </a:r>
          </a:p>
        </p:txBody>
      </p:sp>
    </p:spTree>
    <p:extLst>
      <p:ext uri="{BB962C8B-B14F-4D97-AF65-F5344CB8AC3E}">
        <p14:creationId xmlns:p14="http://schemas.microsoft.com/office/powerpoint/2010/main" val="1390011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A7B39E68-E65E-4175-8DD5-B418FFB22159}"/>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역할을 나눠 만들고 하나의 서비스로 합쳤습니다</a:t>
            </a:r>
          </a:p>
        </p:txBody>
      </p:sp>
      <p:sp>
        <p:nvSpPr>
          <p:cNvPr id="2" name="team-label">
            <a:extLst xmlns:a="http://schemas.openxmlformats.org/drawingml/2006/main">
              <a:ext uri="{FF2B5EF4-FFF2-40B4-BE49-F238E27FC236}">
                <a16:creationId xmlns:a16="http://schemas.microsoft.com/office/drawing/2014/main" id="{61AA8A1A-5FF8-43C0-87E9-706404B8202D}"/>
              </a:ext>
            </a:extLst>
          </p:cNvPr>
          <p:cNvSpPr>
            <a:spLocks xmlns:a="http://schemas.openxmlformats.org/drawingml/2006/main" noGrp="1"/>
          </p:cNvSpPr>
          <p:nvPr/>
        </p:nvSpPr>
        <p:spPr>
          <a:xfrm xmlns:a="http://schemas.openxmlformats.org/drawingml/2006/main">
            <a:off x="781050" y="15049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3D79C5"/>
                </a:solidFill>
                <a:latin typeface="Malgun Gothic"/>
                <a:ea typeface="Malgun Gothic"/>
                <a:cs typeface="Malgun Gothic"/>
              </a:defRPr>
            </a:defPPr>
          </a:lstStyle>
          <a:p xmlns:a="http://schemas.openxmlformats.org/drawingml/2006/main">
            <a:pPr algn="l">
              <a:defRPr sz="1800" b="1">
                <a:solidFill>
                  <a:srgbClr val="3D79C5"/>
                </a:solidFill>
                <a:latin typeface="Malgun Gothic"/>
                <a:ea typeface="Malgun Gothic"/>
                <a:cs typeface="Malgun Gothic"/>
              </a:defRPr>
            </a:pPr>
            <a:r>
              <a:rPr sz="1800" b="1">
                <a:solidFill>
                  <a:srgbClr val="3D79C5"/>
                </a:solidFill>
                <a:latin typeface="Malgun Gothic"/>
                <a:ea typeface="Malgun Gothic"/>
                <a:cs typeface="Malgun Gothic"/>
              </a:rPr>
              <a:t>팀 역할</a:t>
            </a:r>
          </a:p>
        </p:txBody>
      </p:sp>
      <p:sp>
        <p:nvSpPr>
          <p:cNvPr id="3" name="member-name-0">
            <a:extLst xmlns:a="http://schemas.openxmlformats.org/drawingml/2006/main">
              <a:ext uri="{FF2B5EF4-FFF2-40B4-BE49-F238E27FC236}">
                <a16:creationId xmlns:a16="http://schemas.microsoft.com/office/drawing/2014/main" id="{863755CE-9B7D-4102-A365-CD46598C555F}"/>
              </a:ext>
            </a:extLst>
          </p:cNvPr>
          <p:cNvSpPr>
            <a:spLocks xmlns:a="http://schemas.openxmlformats.org/drawingml/2006/main" noGrp="1"/>
          </p:cNvSpPr>
          <p:nvPr/>
        </p:nvSpPr>
        <p:spPr>
          <a:xfrm xmlns:a="http://schemas.openxmlformats.org/drawingml/2006/main">
            <a:off x="800100" y="2095500"/>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김훈</a:t>
            </a:r>
          </a:p>
        </p:txBody>
      </p:sp>
      <p:sp>
        <p:nvSpPr>
          <p:cNvPr id="4" name="member-role-0">
            <a:extLst xmlns:a="http://schemas.openxmlformats.org/drawingml/2006/main">
              <a:ext uri="{FF2B5EF4-FFF2-40B4-BE49-F238E27FC236}">
                <a16:creationId xmlns:a16="http://schemas.microsoft.com/office/drawing/2014/main" id="{7B92A090-69FF-45FE-B15B-DC9C43F04E5A}"/>
              </a:ext>
            </a:extLst>
          </p:cNvPr>
          <p:cNvSpPr>
            <a:spLocks xmlns:a="http://schemas.openxmlformats.org/drawingml/2006/main" noGrp="1"/>
          </p:cNvSpPr>
          <p:nvPr/>
        </p:nvSpPr>
        <p:spPr>
          <a:xfrm xmlns:a="http://schemas.openxmlformats.org/drawingml/2006/main">
            <a:off x="2190750" y="213360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팀장 · PM / BE</a:t>
            </a:r>
          </a:p>
        </p:txBody>
      </p:sp>
      <p:sp>
        <p:nvSpPr>
          <p:cNvPr id="5" name="member-name-1">
            <a:extLst xmlns:a="http://schemas.openxmlformats.org/drawingml/2006/main">
              <a:ext uri="{FF2B5EF4-FFF2-40B4-BE49-F238E27FC236}">
                <a16:creationId xmlns:a16="http://schemas.microsoft.com/office/drawing/2014/main" id="{DB3E9A3A-48BB-4779-979A-7A124153F8BD}"/>
              </a:ext>
            </a:extLst>
          </p:cNvPr>
          <p:cNvSpPr>
            <a:spLocks xmlns:a="http://schemas.openxmlformats.org/drawingml/2006/main" noGrp="1"/>
          </p:cNvSpPr>
          <p:nvPr/>
        </p:nvSpPr>
        <p:spPr>
          <a:xfrm xmlns:a="http://schemas.openxmlformats.org/drawingml/2006/main">
            <a:off x="800100" y="2705100"/>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전소예</a:t>
            </a:r>
          </a:p>
        </p:txBody>
      </p:sp>
      <p:sp>
        <p:nvSpPr>
          <p:cNvPr id="6" name="member-role-1">
            <a:extLst xmlns:a="http://schemas.openxmlformats.org/drawingml/2006/main">
              <a:ext uri="{FF2B5EF4-FFF2-40B4-BE49-F238E27FC236}">
                <a16:creationId xmlns:a16="http://schemas.microsoft.com/office/drawing/2014/main" id="{0771C587-ED28-40F2-B263-65ABB698D162}"/>
              </a:ext>
            </a:extLst>
          </p:cNvPr>
          <p:cNvSpPr>
            <a:spLocks xmlns:a="http://schemas.openxmlformats.org/drawingml/2006/main" noGrp="1"/>
          </p:cNvSpPr>
          <p:nvPr/>
        </p:nvSpPr>
        <p:spPr>
          <a:xfrm xmlns:a="http://schemas.openxmlformats.org/drawingml/2006/main">
            <a:off x="2190750" y="274320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BE</a:t>
            </a:r>
          </a:p>
        </p:txBody>
      </p:sp>
      <p:sp>
        <p:nvSpPr>
          <p:cNvPr id="7" name="member-name-2">
            <a:extLst xmlns:a="http://schemas.openxmlformats.org/drawingml/2006/main">
              <a:ext uri="{FF2B5EF4-FFF2-40B4-BE49-F238E27FC236}">
                <a16:creationId xmlns:a16="http://schemas.microsoft.com/office/drawing/2014/main" id="{ACE58641-4F1F-4730-9492-B3C893E6E69F}"/>
              </a:ext>
            </a:extLst>
          </p:cNvPr>
          <p:cNvSpPr>
            <a:spLocks xmlns:a="http://schemas.openxmlformats.org/drawingml/2006/main" noGrp="1"/>
          </p:cNvSpPr>
          <p:nvPr/>
        </p:nvSpPr>
        <p:spPr>
          <a:xfrm xmlns:a="http://schemas.openxmlformats.org/drawingml/2006/main">
            <a:off x="800100" y="3314700"/>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이성우</a:t>
            </a:r>
          </a:p>
        </p:txBody>
      </p:sp>
      <p:sp>
        <p:nvSpPr>
          <p:cNvPr id="8" name="member-role-2">
            <a:extLst xmlns:a="http://schemas.openxmlformats.org/drawingml/2006/main">
              <a:ext uri="{FF2B5EF4-FFF2-40B4-BE49-F238E27FC236}">
                <a16:creationId xmlns:a16="http://schemas.microsoft.com/office/drawing/2014/main" id="{825FDE06-BA4D-4292-9104-75F17891E8B6}"/>
              </a:ext>
            </a:extLst>
          </p:cNvPr>
          <p:cNvSpPr>
            <a:spLocks xmlns:a="http://schemas.openxmlformats.org/drawingml/2006/main" noGrp="1"/>
          </p:cNvSpPr>
          <p:nvPr/>
        </p:nvSpPr>
        <p:spPr>
          <a:xfrm xmlns:a="http://schemas.openxmlformats.org/drawingml/2006/main">
            <a:off x="2190750" y="335280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QA</a:t>
            </a:r>
          </a:p>
        </p:txBody>
      </p:sp>
      <p:sp>
        <p:nvSpPr>
          <p:cNvPr id="9" name="member-name-3">
            <a:extLst xmlns:a="http://schemas.openxmlformats.org/drawingml/2006/main">
              <a:ext uri="{FF2B5EF4-FFF2-40B4-BE49-F238E27FC236}">
                <a16:creationId xmlns:a16="http://schemas.microsoft.com/office/drawing/2014/main" id="{C40EBE1E-C698-4180-BA23-EFECB391E60C}"/>
              </a:ext>
            </a:extLst>
          </p:cNvPr>
          <p:cNvSpPr>
            <a:spLocks xmlns:a="http://schemas.openxmlformats.org/drawingml/2006/main" noGrp="1"/>
          </p:cNvSpPr>
          <p:nvPr/>
        </p:nvSpPr>
        <p:spPr>
          <a:xfrm xmlns:a="http://schemas.openxmlformats.org/drawingml/2006/main">
            <a:off x="800100" y="3924300"/>
            <a:ext cx="119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백승준</a:t>
            </a:r>
          </a:p>
        </p:txBody>
      </p:sp>
      <p:sp>
        <p:nvSpPr>
          <p:cNvPr id="10" name="member-role-3">
            <a:extLst xmlns:a="http://schemas.openxmlformats.org/drawingml/2006/main">
              <a:ext uri="{FF2B5EF4-FFF2-40B4-BE49-F238E27FC236}">
                <a16:creationId xmlns:a16="http://schemas.microsoft.com/office/drawing/2014/main" id="{CAACA9C5-E2E1-4F5D-BF9A-A5218D84A86F}"/>
              </a:ext>
            </a:extLst>
          </p:cNvPr>
          <p:cNvSpPr>
            <a:spLocks xmlns:a="http://schemas.openxmlformats.org/drawingml/2006/main" noGrp="1"/>
          </p:cNvSpPr>
          <p:nvPr/>
        </p:nvSpPr>
        <p:spPr>
          <a:xfrm xmlns:a="http://schemas.openxmlformats.org/drawingml/2006/main">
            <a:off x="2190750" y="396240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FE</a:t>
            </a:r>
          </a:p>
        </p:txBody>
      </p:sp>
      <p:sp>
        <p:nvSpPr>
          <p:cNvPr id="11" name="team-divider">
            <a:extLst xmlns:a="http://schemas.openxmlformats.org/drawingml/2006/main">
              <a:ext uri="{FF2B5EF4-FFF2-40B4-BE49-F238E27FC236}">
                <a16:creationId xmlns:a16="http://schemas.microsoft.com/office/drawing/2014/main" id="{C095F0C6-0B2E-47E0-9990-32ADB4631AB7}"/>
              </a:ext>
            </a:extLst>
          </p:cNvPr>
          <p:cNvSpPr>
            <a:spLocks xmlns:a="http://schemas.openxmlformats.org/drawingml/2006/main" noGrp="1"/>
          </p:cNvSpPr>
          <p:nvPr/>
        </p:nvSpPr>
        <p:spPr>
          <a:xfrm xmlns:a="http://schemas.openxmlformats.org/drawingml/2006/main">
            <a:off x="4686300" y="1571625"/>
            <a:ext cx="0" cy="2857500"/>
          </a:xfrm>
          <a:prstGeom xmlns:a="http://schemas.openxmlformats.org/drawingml/2006/main" prst="line">
            <a:avLst/>
          </a:prstGeom>
          <a:noFill xmlns:a="http://schemas.openxmlformats.org/drawingml/2006/main"/>
          <a:ln xmlns:a="http://schemas.openxmlformats.org/drawingml/2006/main" w="14288">
            <a:solidFill>
              <a:srgbClr val="D5DDE6"/>
            </a:solidFill>
            <a:prstDash val="solid"/>
          </a:ln>
        </p:spPr>
      </p:sp>
      <p:sp>
        <p:nvSpPr>
          <p:cNvPr id="12" name="integration-label">
            <a:extLst xmlns:a="http://schemas.openxmlformats.org/drawingml/2006/main">
              <a:ext uri="{FF2B5EF4-FFF2-40B4-BE49-F238E27FC236}">
                <a16:creationId xmlns:a16="http://schemas.microsoft.com/office/drawing/2014/main" id="{22ED890A-38F8-4A8C-9128-B5071C84B726}"/>
              </a:ext>
            </a:extLst>
          </p:cNvPr>
          <p:cNvSpPr>
            <a:spLocks xmlns:a="http://schemas.openxmlformats.org/drawingml/2006/main" noGrp="1"/>
          </p:cNvSpPr>
          <p:nvPr/>
        </p:nvSpPr>
        <p:spPr>
          <a:xfrm xmlns:a="http://schemas.openxmlformats.org/drawingml/2006/main">
            <a:off x="5219700" y="15049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398259"/>
                </a:solidFill>
                <a:latin typeface="Malgun Gothic"/>
                <a:ea typeface="Malgun Gothic"/>
                <a:cs typeface="Malgun Gothic"/>
              </a:defRPr>
            </a:defPPr>
          </a:lstStyle>
          <a:p xmlns:a="http://schemas.openxmlformats.org/drawingml/2006/main">
            <a:pPr algn="l">
              <a:defRPr sz="1800" b="1">
                <a:solidFill>
                  <a:srgbClr val="398259"/>
                </a:solidFill>
                <a:latin typeface="Malgun Gothic"/>
                <a:ea typeface="Malgun Gothic"/>
                <a:cs typeface="Malgun Gothic"/>
              </a:defRPr>
            </a:pPr>
            <a:r>
              <a:rPr sz="1800" b="1">
                <a:solidFill>
                  <a:srgbClr val="398259"/>
                </a:solidFill>
                <a:latin typeface="Malgun Gothic"/>
                <a:ea typeface="Malgun Gothic"/>
                <a:cs typeface="Malgun Gothic"/>
              </a:rPr>
              <a:t>통합 과정</a:t>
            </a:r>
          </a:p>
        </p:txBody>
      </p:sp>
      <p:sp>
        <p:nvSpPr>
          <p:cNvPr id="13" name="integration-num-0">
            <a:extLst xmlns:a="http://schemas.openxmlformats.org/drawingml/2006/main">
              <a:ext uri="{FF2B5EF4-FFF2-40B4-BE49-F238E27FC236}">
                <a16:creationId xmlns:a16="http://schemas.microsoft.com/office/drawing/2014/main" id="{09584747-D453-4FCF-8CFA-CB99BFF0C3EB}"/>
              </a:ext>
            </a:extLst>
          </p:cNvPr>
          <p:cNvSpPr>
            <a:spLocks xmlns:a="http://schemas.openxmlformats.org/drawingml/2006/main" noGrp="1"/>
          </p:cNvSpPr>
          <p:nvPr/>
        </p:nvSpPr>
        <p:spPr>
          <a:xfrm xmlns:a="http://schemas.openxmlformats.org/drawingml/2006/main">
            <a:off x="5219700" y="207645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398259"/>
                </a:solidFill>
                <a:latin typeface="Malgun Gothic"/>
                <a:ea typeface="Malgun Gothic"/>
                <a:cs typeface="Malgun Gothic"/>
              </a:defRPr>
            </a:defPPr>
          </a:lstStyle>
          <a:p xmlns:a="http://schemas.openxmlformats.org/drawingml/2006/main">
            <a:pPr algn="l">
              <a:defRPr sz="2625" b="1">
                <a:solidFill>
                  <a:srgbClr val="398259"/>
                </a:solidFill>
                <a:latin typeface="Malgun Gothic"/>
                <a:ea typeface="Malgun Gothic"/>
                <a:cs typeface="Malgun Gothic"/>
              </a:defRPr>
            </a:pPr>
            <a:r>
              <a:rPr sz="2625" b="1">
                <a:solidFill>
                  <a:srgbClr val="398259"/>
                </a:solidFill>
                <a:latin typeface="Malgun Gothic"/>
                <a:ea typeface="Malgun Gothic"/>
                <a:cs typeface="Malgun Gothic"/>
              </a:rPr>
              <a:t>01</a:t>
            </a:r>
          </a:p>
        </p:txBody>
      </p:sp>
      <p:sp>
        <p:nvSpPr>
          <p:cNvPr id="14" name="integration-title-0">
            <a:extLst xmlns:a="http://schemas.openxmlformats.org/drawingml/2006/main">
              <a:ext uri="{FF2B5EF4-FFF2-40B4-BE49-F238E27FC236}">
                <a16:creationId xmlns:a16="http://schemas.microsoft.com/office/drawing/2014/main" id="{C36AA173-1B94-4BEB-A956-D99915045C16}"/>
              </a:ext>
            </a:extLst>
          </p:cNvPr>
          <p:cNvSpPr>
            <a:spLocks xmlns:a="http://schemas.openxmlformats.org/drawingml/2006/main" noGrp="1"/>
          </p:cNvSpPr>
          <p:nvPr/>
        </p:nvSpPr>
        <p:spPr>
          <a:xfrm xmlns:a="http://schemas.openxmlformats.org/drawingml/2006/main">
            <a:off x="5953125" y="208597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2233"/>
                </a:solidFill>
                <a:latin typeface="Malgun Gothic"/>
                <a:ea typeface="Malgun Gothic"/>
                <a:cs typeface="Malgun Gothic"/>
              </a:defRPr>
            </a:defPPr>
          </a:lstStyle>
          <a:p xmlns:a="http://schemas.openxmlformats.org/drawingml/2006/main">
            <a:pPr algn="l">
              <a:defRPr sz="1950" b="1">
                <a:solidFill>
                  <a:srgbClr val="172233"/>
                </a:solidFill>
                <a:latin typeface="Malgun Gothic"/>
                <a:ea typeface="Malgun Gothic"/>
                <a:cs typeface="Malgun Gothic"/>
              </a:defRPr>
            </a:pPr>
            <a:r>
              <a:rPr sz="1950" b="1">
                <a:solidFill>
                  <a:srgbClr val="172233"/>
                </a:solidFill>
                <a:latin typeface="Malgun Gothic"/>
                <a:ea typeface="Malgun Gothic"/>
                <a:cs typeface="Malgun Gothic"/>
              </a:rPr>
              <a:t>기능별 작업</a:t>
            </a:r>
          </a:p>
        </p:txBody>
      </p:sp>
      <p:sp>
        <p:nvSpPr>
          <p:cNvPr id="15" name="integration-copy-0">
            <a:extLst xmlns:a="http://schemas.openxmlformats.org/drawingml/2006/main">
              <a:ext uri="{FF2B5EF4-FFF2-40B4-BE49-F238E27FC236}">
                <a16:creationId xmlns:a16="http://schemas.microsoft.com/office/drawing/2014/main" id="{AA3DCB67-7285-492F-B783-40C433ECBD61}"/>
              </a:ext>
            </a:extLst>
          </p:cNvPr>
          <p:cNvSpPr>
            <a:spLocks xmlns:a="http://schemas.openxmlformats.org/drawingml/2006/main" noGrp="1"/>
          </p:cNvSpPr>
          <p:nvPr/>
        </p:nvSpPr>
        <p:spPr>
          <a:xfrm xmlns:a="http://schemas.openxmlformats.org/drawingml/2006/main">
            <a:off x="5953125" y="24574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36275"/>
                </a:solidFill>
                <a:latin typeface="Malgun Gothic"/>
                <a:ea typeface="Malgun Gothic"/>
                <a:cs typeface="Malgun Gothic"/>
              </a:defRPr>
            </a:defPPr>
          </a:lstStyle>
          <a:p xmlns:a="http://schemas.openxmlformats.org/drawingml/2006/main">
            <a:pPr algn="l">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화면, 검증, 검색, QA를 나눠 진행</a:t>
            </a:r>
          </a:p>
        </p:txBody>
      </p:sp>
      <p:sp>
        <p:nvSpPr>
          <p:cNvPr id="16" name="integration-num-1">
            <a:extLst xmlns:a="http://schemas.openxmlformats.org/drawingml/2006/main">
              <a:ext uri="{FF2B5EF4-FFF2-40B4-BE49-F238E27FC236}">
                <a16:creationId xmlns:a16="http://schemas.microsoft.com/office/drawing/2014/main" id="{CC8EEC9A-47CA-40A3-8B2A-52EE54D44D71}"/>
              </a:ext>
            </a:extLst>
          </p:cNvPr>
          <p:cNvSpPr>
            <a:spLocks xmlns:a="http://schemas.openxmlformats.org/drawingml/2006/main" noGrp="1"/>
          </p:cNvSpPr>
          <p:nvPr/>
        </p:nvSpPr>
        <p:spPr>
          <a:xfrm xmlns:a="http://schemas.openxmlformats.org/drawingml/2006/main">
            <a:off x="5219700" y="299085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398259"/>
                </a:solidFill>
                <a:latin typeface="Malgun Gothic"/>
                <a:ea typeface="Malgun Gothic"/>
                <a:cs typeface="Malgun Gothic"/>
              </a:defRPr>
            </a:defPPr>
          </a:lstStyle>
          <a:p xmlns:a="http://schemas.openxmlformats.org/drawingml/2006/main">
            <a:pPr algn="l">
              <a:defRPr sz="2625" b="1">
                <a:solidFill>
                  <a:srgbClr val="398259"/>
                </a:solidFill>
                <a:latin typeface="Malgun Gothic"/>
                <a:ea typeface="Malgun Gothic"/>
                <a:cs typeface="Malgun Gothic"/>
              </a:defRPr>
            </a:pPr>
            <a:r>
              <a:rPr sz="2625" b="1">
                <a:solidFill>
                  <a:srgbClr val="398259"/>
                </a:solidFill>
                <a:latin typeface="Malgun Gothic"/>
                <a:ea typeface="Malgun Gothic"/>
                <a:cs typeface="Malgun Gothic"/>
              </a:rPr>
              <a:t>02</a:t>
            </a:r>
          </a:p>
        </p:txBody>
      </p:sp>
      <p:sp>
        <p:nvSpPr>
          <p:cNvPr id="17" name="integration-title-1">
            <a:extLst xmlns:a="http://schemas.openxmlformats.org/drawingml/2006/main">
              <a:ext uri="{FF2B5EF4-FFF2-40B4-BE49-F238E27FC236}">
                <a16:creationId xmlns:a16="http://schemas.microsoft.com/office/drawing/2014/main" id="{E9170A2A-10E8-46C1-9051-E63DA08C86F1}"/>
              </a:ext>
            </a:extLst>
          </p:cNvPr>
          <p:cNvSpPr>
            <a:spLocks xmlns:a="http://schemas.openxmlformats.org/drawingml/2006/main" noGrp="1"/>
          </p:cNvSpPr>
          <p:nvPr/>
        </p:nvSpPr>
        <p:spPr>
          <a:xfrm xmlns:a="http://schemas.openxmlformats.org/drawingml/2006/main">
            <a:off x="5953125" y="300037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2233"/>
                </a:solidFill>
                <a:latin typeface="Malgun Gothic"/>
                <a:ea typeface="Malgun Gothic"/>
                <a:cs typeface="Malgun Gothic"/>
              </a:defRPr>
            </a:defPPr>
          </a:lstStyle>
          <a:p xmlns:a="http://schemas.openxmlformats.org/drawingml/2006/main">
            <a:pPr algn="l">
              <a:defRPr sz="1950" b="1">
                <a:solidFill>
                  <a:srgbClr val="172233"/>
                </a:solidFill>
                <a:latin typeface="Malgun Gothic"/>
                <a:ea typeface="Malgun Gothic"/>
                <a:cs typeface="Malgun Gothic"/>
              </a:defRPr>
            </a:pPr>
            <a:r>
              <a:rPr sz="1950" b="1">
                <a:solidFill>
                  <a:srgbClr val="172233"/>
                </a:solidFill>
                <a:latin typeface="Malgun Gothic"/>
                <a:ea typeface="Malgun Gothic"/>
                <a:cs typeface="Malgun Gothic"/>
              </a:rPr>
              <a:t>요청·결과 형식 맞추기</a:t>
            </a:r>
          </a:p>
        </p:txBody>
      </p:sp>
      <p:sp>
        <p:nvSpPr>
          <p:cNvPr id="18" name="integration-copy-1">
            <a:extLst xmlns:a="http://schemas.openxmlformats.org/drawingml/2006/main">
              <a:ext uri="{FF2B5EF4-FFF2-40B4-BE49-F238E27FC236}">
                <a16:creationId xmlns:a16="http://schemas.microsoft.com/office/drawing/2014/main" id="{25AAB05A-8530-42BF-9A7D-C243BAD54AD9}"/>
              </a:ext>
            </a:extLst>
          </p:cNvPr>
          <p:cNvSpPr>
            <a:spLocks xmlns:a="http://schemas.openxmlformats.org/drawingml/2006/main" noGrp="1"/>
          </p:cNvSpPr>
          <p:nvPr/>
        </p:nvSpPr>
        <p:spPr>
          <a:xfrm xmlns:a="http://schemas.openxmlformats.org/drawingml/2006/main">
            <a:off x="5953125" y="33718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36275"/>
                </a:solidFill>
                <a:latin typeface="Malgun Gothic"/>
                <a:ea typeface="Malgun Gothic"/>
                <a:cs typeface="Malgun Gothic"/>
              </a:defRPr>
            </a:defPPr>
          </a:lstStyle>
          <a:p xmlns:a="http://schemas.openxmlformats.org/drawingml/2006/main">
            <a:pPr algn="l">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주장과 근거가 같은 기준으로 오가게 연결</a:t>
            </a:r>
          </a:p>
        </p:txBody>
      </p:sp>
      <p:sp>
        <p:nvSpPr>
          <p:cNvPr id="19" name="integration-num-2">
            <a:extLst xmlns:a="http://schemas.openxmlformats.org/drawingml/2006/main">
              <a:ext uri="{FF2B5EF4-FFF2-40B4-BE49-F238E27FC236}">
                <a16:creationId xmlns:a16="http://schemas.microsoft.com/office/drawing/2014/main" id="{35527E39-C53B-469F-9CF4-CAB640D11805}"/>
              </a:ext>
            </a:extLst>
          </p:cNvPr>
          <p:cNvSpPr>
            <a:spLocks xmlns:a="http://schemas.openxmlformats.org/drawingml/2006/main" noGrp="1"/>
          </p:cNvSpPr>
          <p:nvPr/>
        </p:nvSpPr>
        <p:spPr>
          <a:xfrm xmlns:a="http://schemas.openxmlformats.org/drawingml/2006/main">
            <a:off x="5219700" y="3905250"/>
            <a:ext cx="590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a:solidFill>
                  <a:srgbClr val="398259"/>
                </a:solidFill>
                <a:latin typeface="Malgun Gothic"/>
                <a:ea typeface="Malgun Gothic"/>
                <a:cs typeface="Malgun Gothic"/>
              </a:defRPr>
            </a:defPPr>
          </a:lstStyle>
          <a:p xmlns:a="http://schemas.openxmlformats.org/drawingml/2006/main">
            <a:pPr algn="l">
              <a:defRPr sz="2625" b="1">
                <a:solidFill>
                  <a:srgbClr val="398259"/>
                </a:solidFill>
                <a:latin typeface="Malgun Gothic"/>
                <a:ea typeface="Malgun Gothic"/>
                <a:cs typeface="Malgun Gothic"/>
              </a:defRPr>
            </a:pPr>
            <a:r>
              <a:rPr sz="2625" b="1">
                <a:solidFill>
                  <a:srgbClr val="398259"/>
                </a:solidFill>
                <a:latin typeface="Malgun Gothic"/>
                <a:ea typeface="Malgun Gothic"/>
                <a:cs typeface="Malgun Gothic"/>
              </a:rPr>
              <a:t>03</a:t>
            </a:r>
          </a:p>
        </p:txBody>
      </p:sp>
      <p:sp>
        <p:nvSpPr>
          <p:cNvPr id="20" name="integration-title-2">
            <a:extLst xmlns:a="http://schemas.openxmlformats.org/drawingml/2006/main">
              <a:ext uri="{FF2B5EF4-FFF2-40B4-BE49-F238E27FC236}">
                <a16:creationId xmlns:a16="http://schemas.microsoft.com/office/drawing/2014/main" id="{B2BCCB65-DCC5-49DF-90A4-C1256A44EA1A}"/>
              </a:ext>
            </a:extLst>
          </p:cNvPr>
          <p:cNvSpPr>
            <a:spLocks xmlns:a="http://schemas.openxmlformats.org/drawingml/2006/main" noGrp="1"/>
          </p:cNvSpPr>
          <p:nvPr/>
        </p:nvSpPr>
        <p:spPr>
          <a:xfrm xmlns:a="http://schemas.openxmlformats.org/drawingml/2006/main">
            <a:off x="5953125" y="391477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2233"/>
                </a:solidFill>
                <a:latin typeface="Malgun Gothic"/>
                <a:ea typeface="Malgun Gothic"/>
                <a:cs typeface="Malgun Gothic"/>
              </a:defRPr>
            </a:defPPr>
          </a:lstStyle>
          <a:p xmlns:a="http://schemas.openxmlformats.org/drawingml/2006/main">
            <a:pPr algn="l">
              <a:defRPr sz="1950" b="1">
                <a:solidFill>
                  <a:srgbClr val="172233"/>
                </a:solidFill>
                <a:latin typeface="Malgun Gothic"/>
                <a:ea typeface="Malgun Gothic"/>
                <a:cs typeface="Malgun Gothic"/>
              </a:defRPr>
            </a:pPr>
            <a:r>
              <a:rPr sz="1950" b="1">
                <a:solidFill>
                  <a:srgbClr val="172233"/>
                </a:solidFill>
                <a:latin typeface="Malgun Gothic"/>
                <a:ea typeface="Malgun Gothic"/>
                <a:cs typeface="Malgun Gothic"/>
              </a:rPr>
              <a:t>PR·자동 검사</a:t>
            </a:r>
          </a:p>
        </p:txBody>
      </p:sp>
      <p:sp>
        <p:nvSpPr>
          <p:cNvPr id="21" name="integration-copy-2">
            <a:extLst xmlns:a="http://schemas.openxmlformats.org/drawingml/2006/main">
              <a:ext uri="{FF2B5EF4-FFF2-40B4-BE49-F238E27FC236}">
                <a16:creationId xmlns:a16="http://schemas.microsoft.com/office/drawing/2014/main" id="{6BC84BD1-5D53-429B-9392-F59DCDD05BF1}"/>
              </a:ext>
            </a:extLst>
          </p:cNvPr>
          <p:cNvSpPr>
            <a:spLocks xmlns:a="http://schemas.openxmlformats.org/drawingml/2006/main" noGrp="1"/>
          </p:cNvSpPr>
          <p:nvPr/>
        </p:nvSpPr>
        <p:spPr>
          <a:xfrm xmlns:a="http://schemas.openxmlformats.org/drawingml/2006/main">
            <a:off x="5953125" y="4286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36275"/>
                </a:solidFill>
                <a:latin typeface="Malgun Gothic"/>
                <a:ea typeface="Malgun Gothic"/>
                <a:cs typeface="Malgun Gothic"/>
              </a:defRPr>
            </a:defPPr>
          </a:lstStyle>
          <a:p xmlns:a="http://schemas.openxmlformats.org/drawingml/2006/main">
            <a:pPr algn="l">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변경을 합치기 전 빌드와 검사를 확인</a:t>
            </a:r>
          </a:p>
        </p:txBody>
      </p:sp>
      <p:sp>
        <p:nvSpPr>
          <p:cNvPr id="22" name="latency-improvement">
            <a:extLst xmlns:a="http://schemas.openxmlformats.org/drawingml/2006/main">
              <a:ext uri="{FF2B5EF4-FFF2-40B4-BE49-F238E27FC236}">
                <a16:creationId xmlns:a16="http://schemas.microsoft.com/office/drawing/2014/main" id="{DE1275B1-EEA6-435E-872D-EDC905B94E52}"/>
              </a:ext>
            </a:extLst>
          </p:cNvPr>
          <p:cNvSpPr>
            <a:spLocks xmlns:a="http://schemas.openxmlformats.org/drawingml/2006/main" noGrp="1"/>
          </p:cNvSpPr>
          <p:nvPr/>
        </p:nvSpPr>
        <p:spPr>
          <a:xfrm xmlns:a="http://schemas.openxmlformats.org/drawingml/2006/main">
            <a:off x="781050" y="51435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398259"/>
                </a:solidFill>
                <a:latin typeface="Malgun Gothic"/>
                <a:ea typeface="Malgun Gothic"/>
                <a:cs typeface="Malgun Gothic"/>
              </a:defRPr>
            </a:defPPr>
          </a:lstStyle>
          <a:p xmlns:a="http://schemas.openxmlformats.org/drawingml/2006/main">
            <a:pPr algn="l">
              <a:defRPr sz="2025" b="1">
                <a:solidFill>
                  <a:srgbClr val="398259"/>
                </a:solidFill>
                <a:latin typeface="Malgun Gothic"/>
                <a:ea typeface="Malgun Gothic"/>
                <a:cs typeface="Malgun Gothic"/>
              </a:defRPr>
            </a:pPr>
            <a:r>
              <a:rPr sz="2025" b="1">
                <a:solidFill>
                  <a:srgbClr val="398259"/>
                </a:solidFill>
                <a:latin typeface="Malgun Gothic"/>
                <a:ea typeface="Malgun Gothic"/>
                <a:cs typeface="Malgun Gothic"/>
              </a:rPr>
              <a:t>QA에서 확인한 지연은 백엔드의 병렬 처리로 개선했습니다.</a:t>
            </a:r>
          </a:p>
        </p:txBody>
      </p:sp>
    </p:spTree>
    <p:extLst>
      <p:ext uri="{BB962C8B-B14F-4D97-AF65-F5344CB8AC3E}">
        <p14:creationId xmlns:p14="http://schemas.microsoft.com/office/powerpoint/2010/main" val="748629664"/>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14005858-6D95-473F-9906-5093D29A37D7}"/>
              </a:ext>
            </a:extLst>
          </p:cNvPr>
          <p:cNvCxnSpPr>
            <a:stCxn xmlns:a="http://schemas.openxmlformats.org/drawingml/2006/main" id="4" idx="2"/>
            <a:endCxn xmlns:a="http://schemas.openxmlformats.org/drawingml/2006/main" id="7" idx="0"/>
          </p:cNvCxnSpPr>
          <p:nvPr/>
        </p:nvCxnSpPr>
        <p:spPr>
          <a:xfrm xmlns:a="http://schemas.openxmlformats.org/drawingml/2006/main">
            <a:off x="5591175" y="3543300"/>
            <a:ext cx="3790950" cy="800100"/>
          </a:xfrm>
          <a:prstGeom xmlns:a="http://schemas.openxmlformats.org/drawingml/2006/main" prst="bentConnector4">
            <a:avLst>
              <a:gd name="adj1" fmla="val 0"/>
              <a:gd name="adj2" fmla="val 50000"/>
            </a:avLst>
          </a:prstGeom>
          <a:ln xmlns:a="http://schemas.openxmlformats.org/drawingml/2006/main" w="19050">
            <a:solidFill>
              <a:srgbClr val="B48217"/>
            </a:solidFill>
            <a:prstDash val="dash"/>
            <a:tailEnd type="arrow" w="sm" len="sm"/>
          </a:ln>
        </p:spPr>
      </p:cxnSp>
      <p:cxnSp>
        <p:nvCxnSpPr>
          <p:cNvPr id="20" name="">
            <a:extLst xmlns:a="http://schemas.openxmlformats.org/drawingml/2006/main">
              <a:ext uri="{FF2B5EF4-FFF2-40B4-BE49-F238E27FC236}">
                <a16:creationId xmlns:a16="http://schemas.microsoft.com/office/drawing/2014/main" id="{9944ABC2-B34A-45DE-971C-B54EA8FB22F1}"/>
              </a:ext>
            </a:extLst>
          </p:cNvPr>
          <p:cNvCxnSpPr>
            <a:stCxn xmlns:a="http://schemas.openxmlformats.org/drawingml/2006/main" id="4" idx="2"/>
            <a:endCxn xmlns:a="http://schemas.openxmlformats.org/drawingml/2006/main" id="6" idx="0"/>
          </p:cNvCxnSpPr>
          <p:nvPr/>
        </p:nvCxnSpPr>
        <p:spPr>
          <a:xfrm xmlns:a="http://schemas.openxmlformats.org/drawingml/2006/main" flipH="1">
            <a:off x="4600575" y="3543300"/>
            <a:ext cx="990600" cy="800100"/>
          </a:xfrm>
          <a:prstGeom xmlns:a="http://schemas.openxmlformats.org/drawingml/2006/main" prst="bentConnector4">
            <a:avLst>
              <a:gd name="adj1" fmla="val 0"/>
              <a:gd name="adj2" fmla="val 50000"/>
            </a:avLst>
          </a:prstGeom>
          <a:ln xmlns:a="http://schemas.openxmlformats.org/drawingml/2006/main" w="19050">
            <a:solidFill>
              <a:srgbClr val="B4821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3E27100D-5E7C-4146-81ED-208949BCE9A3}"/>
              </a:ext>
            </a:extLst>
          </p:cNvPr>
          <p:cNvCxnSpPr>
            <a:stCxn xmlns:a="http://schemas.openxmlformats.org/drawingml/2006/main" id="4" idx="3"/>
            <a:endCxn xmlns:a="http://schemas.openxmlformats.org/drawingml/2006/main" id="5" idx="1"/>
          </p:cNvCxnSpPr>
          <p:nvPr/>
        </p:nvCxnSpPr>
        <p:spPr>
          <a:xfrm xmlns:a="http://schemas.openxmlformats.org/drawingml/2006/main">
            <a:off x="7258050" y="2752725"/>
            <a:ext cx="838200" cy="0"/>
          </a:xfrm>
          <a:prstGeom xmlns:a="http://schemas.openxmlformats.org/drawingml/2006/main" prst="straightConnector1">
            <a:avLst/>
          </a:prstGeom>
          <a:ln xmlns:a="http://schemas.openxmlformats.org/drawingml/2006/main" w="23813">
            <a:solidFill>
              <a:srgbClr val="398259"/>
            </a:solidFill>
            <a:prstDash val="solid"/>
            <a:tailEnd type="arrow" w="sm" len="sm"/>
          </a:ln>
        </p:spPr>
      </p:cxnSp>
      <p:cxnSp>
        <p:nvCxnSpPr>
          <p:cNvPr id="18" name="">
            <a:extLst xmlns:a="http://schemas.openxmlformats.org/drawingml/2006/main">
              <a:ext uri="{FF2B5EF4-FFF2-40B4-BE49-F238E27FC236}">
                <a16:creationId xmlns:a16="http://schemas.microsoft.com/office/drawing/2014/main" id="{9C14CA2C-34F3-4E21-A6CB-1E25FD54B778}"/>
              </a:ext>
            </a:extLst>
          </p:cNvPr>
          <p:cNvCxnSpPr>
            <a:stCxn xmlns:a="http://schemas.openxmlformats.org/drawingml/2006/main" id="3" idx="3"/>
            <a:endCxn xmlns:a="http://schemas.openxmlformats.org/drawingml/2006/main" id="4" idx="1"/>
          </p:cNvCxnSpPr>
          <p:nvPr/>
        </p:nvCxnSpPr>
        <p:spPr>
          <a:xfrm xmlns:a="http://schemas.openxmlformats.org/drawingml/2006/main">
            <a:off x="3162300" y="2752725"/>
            <a:ext cx="762000" cy="0"/>
          </a:xfrm>
          <a:prstGeom xmlns:a="http://schemas.openxmlformats.org/drawingml/2006/main" prst="straightConnector1">
            <a:avLst/>
          </a:prstGeom>
          <a:ln xmlns:a="http://schemas.openxmlformats.org/drawingml/2006/main" w="23813">
            <a:solidFill>
              <a:srgbClr val="3D79C5"/>
            </a:solidFill>
            <a:prstDash val="solid"/>
            <a:tailEnd type="arrow" w="sm" len="sm"/>
          </a:ln>
        </p:spPr>
      </p:cxnSp>
      <p:sp>
        <p:nvSpPr>
          <p:cNvPr id="22" name="slide-title">
            <a:extLst xmlns:a="http://schemas.openxmlformats.org/drawingml/2006/main">
              <a:ext uri="{FF2B5EF4-FFF2-40B4-BE49-F238E27FC236}">
                <a16:creationId xmlns:a16="http://schemas.microsoft.com/office/drawing/2014/main" id="{697E4D2E-223A-4C27-B30C-62B50EA163C9}"/>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시스템 구성</a:t>
            </a:r>
          </a:p>
        </p:txBody>
      </p:sp>
      <p:sp>
        <p:nvSpPr>
          <p:cNvPr id="2" name="slide-subtitle">
            <a:extLst xmlns:a="http://schemas.openxmlformats.org/drawingml/2006/main">
              <a:ext uri="{FF2B5EF4-FFF2-40B4-BE49-F238E27FC236}">
                <a16:creationId xmlns:a16="http://schemas.microsoft.com/office/drawing/2014/main" id="{5B8E8493-BADA-4813-84C6-73D339A0DFFF}"/>
              </a:ext>
            </a:extLst>
          </p:cNvPr>
          <p:cNvSpPr>
            <a:spLocks xmlns:a="http://schemas.openxmlformats.org/drawingml/2006/main" noGrp="1"/>
          </p:cNvSpPr>
          <p:nvPr/>
        </p:nvSpPr>
        <p:spPr>
          <a:xfrm xmlns:a="http://schemas.openxmlformats.org/drawingml/2006/main">
            <a:off x="723900" y="10668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36275"/>
                </a:solidFill>
                <a:latin typeface="Malgun Gothic"/>
                <a:ea typeface="Malgun Gothic"/>
                <a:cs typeface="Malgun Gothic"/>
              </a:defRPr>
            </a:defPPr>
          </a:lstStyle>
          <a:p xmlns:a="http://schemas.openxmlformats.org/drawingml/2006/main">
            <a:pPr algn="l">
              <a:defRPr sz="1875" b="0">
                <a:solidFill>
                  <a:srgbClr val="536275"/>
                </a:solidFill>
                <a:latin typeface="Malgun Gothic"/>
                <a:ea typeface="Malgun Gothic"/>
                <a:cs typeface="Malgun Gothic"/>
              </a:defRPr>
            </a:pPr>
            <a:r>
              <a:rPr sz="1875" b="0">
                <a:solidFill>
                  <a:srgbClr val="536275"/>
                </a:solidFill>
                <a:latin typeface="Malgun Gothic"/>
                <a:ea typeface="Malgun Gothic"/>
                <a:cs typeface="Malgun Gothic"/>
              </a:rPr>
              <a:t>화면, 검증 처리, 임시 상태와 저장소, 외부 서비스를 나눴습니다.</a:t>
            </a:r>
          </a:p>
        </p:txBody>
      </p:sp>
      <p:sp>
        <p:nvSpPr>
          <p:cNvPr id="3" name="frontend-zone">
            <a:extLst xmlns:a="http://schemas.openxmlformats.org/drawingml/2006/main">
              <a:ext uri="{FF2B5EF4-FFF2-40B4-BE49-F238E27FC236}">
                <a16:creationId xmlns:a16="http://schemas.microsoft.com/office/drawing/2014/main" id="{7BF5E499-3B95-4C36-AE43-BD0311152641}"/>
              </a:ext>
            </a:extLst>
          </p:cNvPr>
          <p:cNvSpPr>
            <a:spLocks xmlns:a="http://schemas.openxmlformats.org/drawingml/2006/main" noGrp="1"/>
          </p:cNvSpPr>
          <p:nvPr/>
        </p:nvSpPr>
        <p:spPr>
          <a:xfrm xmlns:a="http://schemas.openxmlformats.org/drawingml/2006/main">
            <a:off x="590550" y="1962150"/>
            <a:ext cx="2571750" cy="1581150"/>
          </a:xfrm>
          <a:prstGeom xmlns:a="http://schemas.openxmlformats.org/drawingml/2006/main" prst="roundRect">
            <a:avLst>
              <a:gd name="adj" fmla="val 8434"/>
            </a:avLst>
          </a:prstGeom>
          <a:solidFill xmlns:a="http://schemas.openxmlformats.org/drawingml/2006/main">
            <a:srgbClr val="EAF2FC"/>
          </a:solidFill>
          <a:ln xmlns:a="http://schemas.openxmlformats.org/drawingml/2006/main" w="14288">
            <a:solidFill>
              <a:srgbClr val="8BB3E8"/>
            </a:solidFill>
            <a:prstDash val="solid"/>
          </a:ln>
        </p:spPr>
      </p:sp>
      <p:sp>
        <p:nvSpPr>
          <p:cNvPr id="4" name="backend-zone">
            <a:extLst xmlns:a="http://schemas.openxmlformats.org/drawingml/2006/main">
              <a:ext uri="{FF2B5EF4-FFF2-40B4-BE49-F238E27FC236}">
                <a16:creationId xmlns:a16="http://schemas.microsoft.com/office/drawing/2014/main" id="{6DCE4115-85D4-48F6-AC79-4E6F03906F02}"/>
              </a:ext>
            </a:extLst>
          </p:cNvPr>
          <p:cNvSpPr>
            <a:spLocks xmlns:a="http://schemas.openxmlformats.org/drawingml/2006/main" noGrp="1"/>
          </p:cNvSpPr>
          <p:nvPr/>
        </p:nvSpPr>
        <p:spPr>
          <a:xfrm xmlns:a="http://schemas.openxmlformats.org/drawingml/2006/main">
            <a:off x="3924300" y="1962150"/>
            <a:ext cx="3333750" cy="1581150"/>
          </a:xfrm>
          <a:prstGeom xmlns:a="http://schemas.openxmlformats.org/drawingml/2006/main" prst="roundRect">
            <a:avLst>
              <a:gd name="adj" fmla="val 8434"/>
            </a:avLst>
          </a:prstGeom>
          <a:solidFill xmlns:a="http://schemas.openxmlformats.org/drawingml/2006/main">
            <a:srgbClr val="EAF5ED"/>
          </a:solidFill>
          <a:ln xmlns:a="http://schemas.openxmlformats.org/drawingml/2006/main" w="14288">
            <a:solidFill>
              <a:srgbClr val="8FC39C"/>
            </a:solidFill>
            <a:prstDash val="solid"/>
          </a:ln>
        </p:spPr>
      </p:sp>
      <p:sp>
        <p:nvSpPr>
          <p:cNvPr id="5" name="external-zone">
            <a:extLst xmlns:a="http://schemas.openxmlformats.org/drawingml/2006/main">
              <a:ext uri="{FF2B5EF4-FFF2-40B4-BE49-F238E27FC236}">
                <a16:creationId xmlns:a16="http://schemas.microsoft.com/office/drawing/2014/main" id="{A66F8C46-7F61-4585-998F-78AAF6564BA3}"/>
              </a:ext>
            </a:extLst>
          </p:cNvPr>
          <p:cNvSpPr>
            <a:spLocks xmlns:a="http://schemas.openxmlformats.org/drawingml/2006/main" noGrp="1"/>
          </p:cNvSpPr>
          <p:nvPr/>
        </p:nvSpPr>
        <p:spPr>
          <a:xfrm xmlns:a="http://schemas.openxmlformats.org/drawingml/2006/main">
            <a:off x="8096250" y="1962150"/>
            <a:ext cx="3505200" cy="1581150"/>
          </a:xfrm>
          <a:prstGeom xmlns:a="http://schemas.openxmlformats.org/drawingml/2006/main" prst="roundRect">
            <a:avLst>
              <a:gd name="adj" fmla="val 8434"/>
            </a:avLst>
          </a:prstGeom>
          <a:solidFill xmlns:a="http://schemas.openxmlformats.org/drawingml/2006/main">
            <a:srgbClr val="EEF1F4"/>
          </a:solidFill>
          <a:ln xmlns:a="http://schemas.openxmlformats.org/drawingml/2006/main" w="14288">
            <a:solidFill>
              <a:srgbClr val="AAB4BF"/>
            </a:solidFill>
            <a:prstDash val="solid"/>
          </a:ln>
        </p:spPr>
      </p:sp>
      <p:sp>
        <p:nvSpPr>
          <p:cNvPr id="6" name="state-zone">
            <a:extLst xmlns:a="http://schemas.openxmlformats.org/drawingml/2006/main">
              <a:ext uri="{FF2B5EF4-FFF2-40B4-BE49-F238E27FC236}">
                <a16:creationId xmlns:a16="http://schemas.microsoft.com/office/drawing/2014/main" id="{EAC70C85-8C56-4285-BA82-6C6E85EEE9F7}"/>
              </a:ext>
            </a:extLst>
          </p:cNvPr>
          <p:cNvSpPr>
            <a:spLocks xmlns:a="http://schemas.openxmlformats.org/drawingml/2006/main" noGrp="1"/>
          </p:cNvSpPr>
          <p:nvPr/>
        </p:nvSpPr>
        <p:spPr>
          <a:xfrm xmlns:a="http://schemas.openxmlformats.org/drawingml/2006/main">
            <a:off x="2686050" y="4343400"/>
            <a:ext cx="3829050" cy="1257300"/>
          </a:xfrm>
          <a:prstGeom xmlns:a="http://schemas.openxmlformats.org/drawingml/2006/main" prst="roundRect">
            <a:avLst>
              <a:gd name="adj" fmla="val 10606"/>
            </a:avLst>
          </a:prstGeom>
          <a:solidFill xmlns:a="http://schemas.openxmlformats.org/drawingml/2006/main">
            <a:srgbClr val="FFF4D6"/>
          </a:solidFill>
          <a:ln xmlns:a="http://schemas.openxmlformats.org/drawingml/2006/main" w="14288">
            <a:solidFill>
              <a:srgbClr val="E2C56D"/>
            </a:solidFill>
            <a:prstDash val="solid"/>
          </a:ln>
        </p:spPr>
      </p:sp>
      <p:sp>
        <p:nvSpPr>
          <p:cNvPr id="7" name="database-zone">
            <a:extLst xmlns:a="http://schemas.openxmlformats.org/drawingml/2006/main">
              <a:ext uri="{FF2B5EF4-FFF2-40B4-BE49-F238E27FC236}">
                <a16:creationId xmlns:a16="http://schemas.microsoft.com/office/drawing/2014/main" id="{310C8C09-078B-4B07-A447-0446F7A8383D}"/>
              </a:ext>
            </a:extLst>
          </p:cNvPr>
          <p:cNvSpPr>
            <a:spLocks xmlns:a="http://schemas.openxmlformats.org/drawingml/2006/main" noGrp="1"/>
          </p:cNvSpPr>
          <p:nvPr/>
        </p:nvSpPr>
        <p:spPr>
          <a:xfrm xmlns:a="http://schemas.openxmlformats.org/drawingml/2006/main">
            <a:off x="7162800" y="4343400"/>
            <a:ext cx="4438650" cy="1257300"/>
          </a:xfrm>
          <a:prstGeom xmlns:a="http://schemas.openxmlformats.org/drawingml/2006/main" prst="roundRect">
            <a:avLst>
              <a:gd name="adj" fmla="val 10606"/>
            </a:avLst>
          </a:prstGeom>
          <a:solidFill xmlns:a="http://schemas.openxmlformats.org/drawingml/2006/main">
            <a:srgbClr val="FFFFFF"/>
          </a:solidFill>
          <a:ln xmlns:a="http://schemas.openxmlformats.org/drawingml/2006/main" w="14288">
            <a:solidFill>
              <a:srgbClr val="D1AD45"/>
            </a:solidFill>
            <a:prstDash val="solid"/>
          </a:ln>
        </p:spPr>
      </p:sp>
      <p:sp>
        <p:nvSpPr>
          <p:cNvPr id="8" name="frontend-heading">
            <a:extLst xmlns:a="http://schemas.openxmlformats.org/drawingml/2006/main">
              <a:ext uri="{FF2B5EF4-FFF2-40B4-BE49-F238E27FC236}">
                <a16:creationId xmlns:a16="http://schemas.microsoft.com/office/drawing/2014/main" id="{3BC0B9D3-DC5E-4DEB-9135-A12D0E459879}"/>
              </a:ext>
            </a:extLst>
          </p:cNvPr>
          <p:cNvSpPr>
            <a:spLocks xmlns:a="http://schemas.openxmlformats.org/drawingml/2006/main" noGrp="1"/>
          </p:cNvSpPr>
          <p:nvPr/>
        </p:nvSpPr>
        <p:spPr>
          <a:xfrm xmlns:a="http://schemas.openxmlformats.org/drawingml/2006/main">
            <a:off x="800100" y="2152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3D79C5"/>
                </a:solidFill>
                <a:latin typeface="Malgun Gothic"/>
                <a:ea typeface="Malgun Gothic"/>
                <a:cs typeface="Malgun Gothic"/>
              </a:defRPr>
            </a:defPPr>
          </a:lstStyle>
          <a:p xmlns:a="http://schemas.openxmlformats.org/drawingml/2006/main">
            <a:pPr algn="l">
              <a:defRPr sz="1875" b="1">
                <a:solidFill>
                  <a:srgbClr val="3D79C5"/>
                </a:solidFill>
                <a:latin typeface="Malgun Gothic"/>
                <a:ea typeface="Malgun Gothic"/>
                <a:cs typeface="Malgun Gothic"/>
              </a:defRPr>
            </a:pPr>
            <a:r>
              <a:rPr sz="1875" b="1">
                <a:solidFill>
                  <a:srgbClr val="3D79C5"/>
                </a:solidFill>
                <a:latin typeface="Malgun Gothic"/>
                <a:ea typeface="Malgun Gothic"/>
                <a:cs typeface="Malgun Gothic"/>
              </a:rPr>
              <a:t>Frontend</a:t>
            </a:r>
          </a:p>
        </p:txBody>
      </p:sp>
      <p:sp>
        <p:nvSpPr>
          <p:cNvPr id="9" name="frontend-body">
            <a:extLst xmlns:a="http://schemas.openxmlformats.org/drawingml/2006/main">
              <a:ext uri="{FF2B5EF4-FFF2-40B4-BE49-F238E27FC236}">
                <a16:creationId xmlns:a16="http://schemas.microsoft.com/office/drawing/2014/main" id="{04B0DADA-B0C6-4021-83E4-150FE114833E}"/>
              </a:ext>
            </a:extLst>
          </p:cNvPr>
          <p:cNvSpPr>
            <a:spLocks xmlns:a="http://schemas.openxmlformats.org/drawingml/2006/main" noGrp="1"/>
          </p:cNvSpPr>
          <p:nvPr/>
        </p:nvSpPr>
        <p:spPr>
          <a:xfrm xmlns:a="http://schemas.openxmlformats.org/drawingml/2006/main">
            <a:off x="800100" y="2571750"/>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233"/>
                </a:solidFill>
                <a:latin typeface="Malgun Gothic"/>
                <a:ea typeface="Malgun Gothic"/>
                <a:cs typeface="Malgun Gothic"/>
              </a:defRPr>
            </a:defPPr>
          </a:lstStyle>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Next.js 화면</a:t>
            </a:r>
          </a:p>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진행 상황과 결과 표시</a:t>
            </a:r>
          </a:p>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서버 프록시 · Vercel</a:t>
            </a:r>
          </a:p>
        </p:txBody>
      </p:sp>
      <p:sp>
        <p:nvSpPr>
          <p:cNvPr id="10" name="backend-heading">
            <a:extLst xmlns:a="http://schemas.openxmlformats.org/drawingml/2006/main">
              <a:ext uri="{FF2B5EF4-FFF2-40B4-BE49-F238E27FC236}">
                <a16:creationId xmlns:a16="http://schemas.microsoft.com/office/drawing/2014/main" id="{9FA5AA5D-3CD2-4E8F-BDA5-11CA5E78240A}"/>
              </a:ext>
            </a:extLst>
          </p:cNvPr>
          <p:cNvSpPr>
            <a:spLocks xmlns:a="http://schemas.openxmlformats.org/drawingml/2006/main" noGrp="1"/>
          </p:cNvSpPr>
          <p:nvPr/>
        </p:nvSpPr>
        <p:spPr>
          <a:xfrm xmlns:a="http://schemas.openxmlformats.org/drawingml/2006/main">
            <a:off x="4171950" y="21526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398259"/>
                </a:solidFill>
                <a:latin typeface="Malgun Gothic"/>
                <a:ea typeface="Malgun Gothic"/>
                <a:cs typeface="Malgun Gothic"/>
              </a:defRPr>
            </a:defPPr>
          </a:lstStyle>
          <a:p xmlns:a="http://schemas.openxmlformats.org/drawingml/2006/main">
            <a:pPr algn="l">
              <a:defRPr sz="1875" b="1">
                <a:solidFill>
                  <a:srgbClr val="398259"/>
                </a:solidFill>
                <a:latin typeface="Malgun Gothic"/>
                <a:ea typeface="Malgun Gothic"/>
                <a:cs typeface="Malgun Gothic"/>
              </a:defRPr>
            </a:pPr>
            <a:r>
              <a:rPr sz="1875" b="1">
                <a:solidFill>
                  <a:srgbClr val="398259"/>
                </a:solidFill>
                <a:latin typeface="Malgun Gothic"/>
                <a:ea typeface="Malgun Gothic"/>
                <a:cs typeface="Malgun Gothic"/>
              </a:rPr>
              <a:t>Backend</a:t>
            </a:r>
          </a:p>
        </p:txBody>
      </p:sp>
      <p:sp>
        <p:nvSpPr>
          <p:cNvPr id="11" name="backend-body">
            <a:extLst xmlns:a="http://schemas.openxmlformats.org/drawingml/2006/main">
              <a:ext uri="{FF2B5EF4-FFF2-40B4-BE49-F238E27FC236}">
                <a16:creationId xmlns:a16="http://schemas.microsoft.com/office/drawing/2014/main" id="{229E54AD-A019-455E-A0BF-87FD23AB514D}"/>
              </a:ext>
            </a:extLst>
          </p:cNvPr>
          <p:cNvSpPr>
            <a:spLocks xmlns:a="http://schemas.openxmlformats.org/drawingml/2006/main" noGrp="1"/>
          </p:cNvSpPr>
          <p:nvPr/>
        </p:nvSpPr>
        <p:spPr>
          <a:xfrm xmlns:a="http://schemas.openxmlformats.org/drawingml/2006/main">
            <a:off x="4171950" y="25717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233"/>
                </a:solidFill>
                <a:latin typeface="Malgun Gothic"/>
                <a:ea typeface="Malgun Gothic"/>
                <a:cs typeface="Malgun Gothic"/>
              </a:defRPr>
            </a:defPPr>
          </a:lstStyle>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FastAPI · LangGraph · Render</a:t>
            </a:r>
          </a:p>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요청 분류와 검증 5단계</a:t>
            </a:r>
          </a:p>
          <a:p xmlns:a="http://schemas.openxmlformats.org/drawingml/2006/main">
            <a:pPr algn="l">
              <a:defRPr sz="1650" b="0">
                <a:solidFill>
                  <a:srgbClr val="172233"/>
                </a:solidFill>
                <a:latin typeface="Malgun Gothic"/>
                <a:ea typeface="Malgun Gothic"/>
                <a:cs typeface="Malgun Gothic"/>
              </a:defRPr>
            </a:pPr>
            <a:r>
              <a:rPr sz="1650" b="0">
                <a:solidFill>
                  <a:srgbClr val="172233"/>
                </a:solidFill>
                <a:latin typeface="Malgun Gothic"/>
                <a:ea typeface="Malgun Gothic"/>
                <a:cs typeface="Malgun Gothic"/>
              </a:rPr>
              <a:t>일반 대화는 별도 응답</a:t>
            </a:r>
          </a:p>
        </p:txBody>
      </p:sp>
      <p:sp>
        <p:nvSpPr>
          <p:cNvPr id="12" name="external-heading">
            <a:extLst xmlns:a="http://schemas.openxmlformats.org/drawingml/2006/main">
              <a:ext uri="{FF2B5EF4-FFF2-40B4-BE49-F238E27FC236}">
                <a16:creationId xmlns:a16="http://schemas.microsoft.com/office/drawing/2014/main" id="{EC939AF6-B2A4-44DC-B6E1-1B9A0EFADA4C}"/>
              </a:ext>
            </a:extLst>
          </p:cNvPr>
          <p:cNvSpPr>
            <a:spLocks xmlns:a="http://schemas.openxmlformats.org/drawingml/2006/main" noGrp="1"/>
          </p:cNvSpPr>
          <p:nvPr/>
        </p:nvSpPr>
        <p:spPr>
          <a:xfrm xmlns:a="http://schemas.openxmlformats.org/drawingml/2006/main">
            <a:off x="8362950" y="215265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536275"/>
                </a:solidFill>
                <a:latin typeface="Malgun Gothic"/>
                <a:ea typeface="Malgun Gothic"/>
                <a:cs typeface="Malgun Gothic"/>
              </a:defRPr>
            </a:defPPr>
          </a:lstStyle>
          <a:p xmlns:a="http://schemas.openxmlformats.org/drawingml/2006/main">
            <a:pPr algn="l">
              <a:defRPr sz="1875" b="1">
                <a:solidFill>
                  <a:srgbClr val="536275"/>
                </a:solidFill>
                <a:latin typeface="Malgun Gothic"/>
                <a:ea typeface="Malgun Gothic"/>
                <a:cs typeface="Malgun Gothic"/>
              </a:defRPr>
            </a:pPr>
            <a:r>
              <a:rPr sz="1875" b="1">
                <a:solidFill>
                  <a:srgbClr val="536275"/>
                </a:solidFill>
                <a:latin typeface="Malgun Gothic"/>
                <a:ea typeface="Malgun Gothic"/>
                <a:cs typeface="Malgun Gothic"/>
              </a:rPr>
              <a:t>외부 서비스</a:t>
            </a:r>
          </a:p>
        </p:txBody>
      </p:sp>
      <p:sp>
        <p:nvSpPr>
          <p:cNvPr id="13" name="external-body">
            <a:extLst xmlns:a="http://schemas.openxmlformats.org/drawingml/2006/main">
              <a:ext uri="{FF2B5EF4-FFF2-40B4-BE49-F238E27FC236}">
                <a16:creationId xmlns:a16="http://schemas.microsoft.com/office/drawing/2014/main" id="{0B8DDEE3-853E-42B8-AB23-E1D8EDD040E8}"/>
              </a:ext>
            </a:extLst>
          </p:cNvPr>
          <p:cNvSpPr>
            <a:spLocks xmlns:a="http://schemas.openxmlformats.org/drawingml/2006/main" noGrp="1"/>
          </p:cNvSpPr>
          <p:nvPr/>
        </p:nvSpPr>
        <p:spPr>
          <a:xfrm xmlns:a="http://schemas.openxmlformats.org/drawingml/2006/main">
            <a:off x="8362950" y="2571750"/>
            <a:ext cx="295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233"/>
                </a:solidFill>
                <a:latin typeface="Malgun Gothic"/>
                <a:ea typeface="Malgun Gothic"/>
                <a:cs typeface="Malgun Gothic"/>
              </a:defRPr>
            </a:defPPr>
          </a:lstStyle>
          <a:p xmlns:a="http://schemas.openxmlformats.org/drawingml/2006/main">
            <a:pPr algn="l">
              <a:defRPr sz="1575" b="0">
                <a:solidFill>
                  <a:srgbClr val="172233"/>
                </a:solidFill>
                <a:latin typeface="Malgun Gothic"/>
                <a:ea typeface="Malgun Gothic"/>
                <a:cs typeface="Malgun Gothic"/>
              </a:defRPr>
            </a:pPr>
            <a:r>
              <a:rPr sz="1575" b="0">
                <a:solidFill>
                  <a:srgbClr val="172233"/>
                </a:solidFill>
                <a:latin typeface="Malgun Gothic"/>
                <a:ea typeface="Malgun Gothic"/>
                <a:cs typeface="Malgun Gothic"/>
              </a:rPr>
              <a:t>Tavily · LLM 웹 검색</a:t>
            </a:r>
          </a:p>
          <a:p xmlns:a="http://schemas.openxmlformats.org/drawingml/2006/main">
            <a:pPr algn="l">
              <a:defRPr sz="1575" b="0">
                <a:solidFill>
                  <a:srgbClr val="172233"/>
                </a:solidFill>
                <a:latin typeface="Malgun Gothic"/>
                <a:ea typeface="Malgun Gothic"/>
                <a:cs typeface="Malgun Gothic"/>
              </a:defRPr>
            </a:pPr>
            <a:r>
              <a:rPr sz="1575" b="0">
                <a:solidFill>
                  <a:srgbClr val="172233"/>
                </a:solidFill>
                <a:latin typeface="Malgun Gothic"/>
                <a:ea typeface="Malgun Gothic"/>
                <a:cs typeface="Malgun Gothic"/>
              </a:rPr>
              <a:t>웹 원문 · YouTube 자료</a:t>
            </a:r>
          </a:p>
          <a:p xmlns:a="http://schemas.openxmlformats.org/drawingml/2006/main">
            <a:pPr algn="l">
              <a:defRPr sz="1575" b="0">
                <a:solidFill>
                  <a:srgbClr val="172233"/>
                </a:solidFill>
                <a:latin typeface="Malgun Gothic"/>
                <a:ea typeface="Malgun Gothic"/>
                <a:cs typeface="Malgun Gothic"/>
              </a:defRPr>
            </a:pPr>
            <a:r>
              <a:rPr sz="1575" b="0">
                <a:solidFill>
                  <a:srgbClr val="172233"/>
                </a:solidFill>
                <a:latin typeface="Malgun Gothic"/>
                <a:ea typeface="Malgun Gothic"/>
                <a:cs typeface="Malgun Gothic"/>
              </a:rPr>
              <a:t>DeepSeek · OpenAI · Gemini</a:t>
            </a:r>
          </a:p>
        </p:txBody>
      </p:sp>
      <p:sp>
        <p:nvSpPr>
          <p:cNvPr id="14" name="data-heading">
            <a:extLst xmlns:a="http://schemas.openxmlformats.org/drawingml/2006/main">
              <a:ext uri="{FF2B5EF4-FFF2-40B4-BE49-F238E27FC236}">
                <a16:creationId xmlns:a16="http://schemas.microsoft.com/office/drawing/2014/main" id="{90B1B880-570B-41C1-B5E8-9122091993D3}"/>
              </a:ext>
            </a:extLst>
          </p:cNvPr>
          <p:cNvSpPr>
            <a:spLocks xmlns:a="http://schemas.openxmlformats.org/drawingml/2006/main" noGrp="1"/>
          </p:cNvSpPr>
          <p:nvPr/>
        </p:nvSpPr>
        <p:spPr>
          <a:xfrm xmlns:a="http://schemas.openxmlformats.org/drawingml/2006/main">
            <a:off x="2933700" y="45148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B48217"/>
                </a:solidFill>
                <a:latin typeface="Malgun Gothic"/>
                <a:ea typeface="Malgun Gothic"/>
                <a:cs typeface="Malgun Gothic"/>
              </a:defRPr>
            </a:defPPr>
          </a:lstStyle>
          <a:p xmlns:a="http://schemas.openxmlformats.org/drawingml/2006/main">
            <a:pPr algn="l">
              <a:defRPr sz="1800" b="1">
                <a:solidFill>
                  <a:srgbClr val="B48217"/>
                </a:solidFill>
                <a:latin typeface="Malgun Gothic"/>
                <a:ea typeface="Malgun Gothic"/>
                <a:cs typeface="Malgun Gothic"/>
              </a:defRPr>
            </a:pPr>
            <a:r>
              <a:rPr sz="1800" b="1">
                <a:solidFill>
                  <a:srgbClr val="B48217"/>
                </a:solidFill>
                <a:latin typeface="Malgun Gothic"/>
                <a:ea typeface="Malgun Gothic"/>
                <a:cs typeface="Malgun Gothic"/>
              </a:rPr>
              <a:t>검증 상태와 응답 데이터</a:t>
            </a:r>
          </a:p>
        </p:txBody>
      </p:sp>
      <p:sp>
        <p:nvSpPr>
          <p:cNvPr id="15" name="data-body">
            <a:extLst xmlns:a="http://schemas.openxmlformats.org/drawingml/2006/main">
              <a:ext uri="{FF2B5EF4-FFF2-40B4-BE49-F238E27FC236}">
                <a16:creationId xmlns:a16="http://schemas.microsoft.com/office/drawing/2014/main" id="{0E288C58-2C06-404C-941C-194E8D9EC2CA}"/>
              </a:ext>
            </a:extLst>
          </p:cNvPr>
          <p:cNvSpPr>
            <a:spLocks xmlns:a="http://schemas.openxmlformats.org/drawingml/2006/main" noGrp="1"/>
          </p:cNvSpPr>
          <p:nvPr/>
        </p:nvSpPr>
        <p:spPr>
          <a:xfrm xmlns:a="http://schemas.openxmlformats.org/drawingml/2006/main">
            <a:off x="2933700" y="4914900"/>
            <a:ext cx="3286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233"/>
                </a:solidFill>
                <a:latin typeface="Malgun Gothic"/>
                <a:ea typeface="Malgun Gothic"/>
                <a:cs typeface="Malgun Gothic"/>
              </a:defRPr>
            </a:defPPr>
          </a:lstStyle>
          <a:p xmlns:a="http://schemas.openxmlformats.org/drawingml/2006/main">
            <a:pPr algn="l">
              <a:defRPr sz="1575" b="0">
                <a:solidFill>
                  <a:srgbClr val="172233"/>
                </a:solidFill>
                <a:latin typeface="Malgun Gothic"/>
                <a:ea typeface="Malgun Gothic"/>
                <a:cs typeface="Malgun Gothic"/>
              </a:defRPr>
            </a:pPr>
            <a:r>
              <a:rPr sz="1575" b="0">
                <a:solidFill>
                  <a:srgbClr val="172233"/>
                </a:solidFill>
                <a:latin typeface="Malgun Gothic"/>
                <a:ea typeface="Malgun Gothic"/>
                <a:cs typeface="Malgun Gothic"/>
              </a:rPr>
              <a:t>주장 · 출처 · 근거 → 판정 · 인용</a:t>
            </a:r>
          </a:p>
        </p:txBody>
      </p:sp>
      <p:sp>
        <p:nvSpPr>
          <p:cNvPr id="16" name="db-heading">
            <a:extLst xmlns:a="http://schemas.openxmlformats.org/drawingml/2006/main">
              <a:ext uri="{FF2B5EF4-FFF2-40B4-BE49-F238E27FC236}">
                <a16:creationId xmlns:a16="http://schemas.microsoft.com/office/drawing/2014/main" id="{00519A6A-F895-4F5B-9C93-CACAE33EACE2}"/>
              </a:ext>
            </a:extLst>
          </p:cNvPr>
          <p:cNvSpPr>
            <a:spLocks xmlns:a="http://schemas.openxmlformats.org/drawingml/2006/main" noGrp="1"/>
          </p:cNvSpPr>
          <p:nvPr/>
        </p:nvSpPr>
        <p:spPr>
          <a:xfrm xmlns:a="http://schemas.openxmlformats.org/drawingml/2006/main">
            <a:off x="7410450" y="45148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B48217"/>
                </a:solidFill>
                <a:latin typeface="Malgun Gothic"/>
                <a:ea typeface="Malgun Gothic"/>
                <a:cs typeface="Malgun Gothic"/>
              </a:defRPr>
            </a:defPPr>
          </a:lstStyle>
          <a:p xmlns:a="http://schemas.openxmlformats.org/drawingml/2006/main">
            <a:pPr algn="l">
              <a:defRPr sz="1800" b="1">
                <a:solidFill>
                  <a:srgbClr val="B48217"/>
                </a:solidFill>
                <a:latin typeface="Malgun Gothic"/>
                <a:ea typeface="Malgun Gothic"/>
                <a:cs typeface="Malgun Gothic"/>
              </a:defRPr>
            </a:pPr>
            <a:r>
              <a:rPr sz="1800" b="1">
                <a:solidFill>
                  <a:srgbClr val="B48217"/>
                </a:solidFill>
                <a:latin typeface="Malgun Gothic"/>
                <a:ea typeface="Malgun Gothic"/>
                <a:cs typeface="Malgun Gothic"/>
              </a:rPr>
              <a:t>Render PostgreSQL</a:t>
            </a:r>
          </a:p>
        </p:txBody>
      </p:sp>
      <p:sp>
        <p:nvSpPr>
          <p:cNvPr id="17" name="db-body">
            <a:extLst xmlns:a="http://schemas.openxmlformats.org/drawingml/2006/main">
              <a:ext uri="{FF2B5EF4-FFF2-40B4-BE49-F238E27FC236}">
                <a16:creationId xmlns:a16="http://schemas.microsoft.com/office/drawing/2014/main" id="{7C53F0D1-894F-4C8C-8884-8C65454F126E}"/>
              </a:ext>
            </a:extLst>
          </p:cNvPr>
          <p:cNvSpPr>
            <a:spLocks xmlns:a="http://schemas.openxmlformats.org/drawingml/2006/main" noGrp="1"/>
          </p:cNvSpPr>
          <p:nvPr/>
        </p:nvSpPr>
        <p:spPr>
          <a:xfrm xmlns:a="http://schemas.openxmlformats.org/drawingml/2006/main">
            <a:off x="7410450" y="49149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233"/>
                </a:solidFill>
                <a:latin typeface="Malgun Gothic"/>
                <a:ea typeface="Malgun Gothic"/>
                <a:cs typeface="Malgun Gothic"/>
              </a:defRPr>
            </a:defPPr>
          </a:lstStyle>
          <a:p xmlns:a="http://schemas.openxmlformats.org/drawingml/2006/main">
            <a:pPr algn="l">
              <a:defRPr sz="1575" b="0">
                <a:solidFill>
                  <a:srgbClr val="172233"/>
                </a:solidFill>
                <a:latin typeface="Malgun Gothic"/>
                <a:ea typeface="Malgun Gothic"/>
                <a:cs typeface="Malgun Gothic"/>
              </a:defRPr>
            </a:pPr>
            <a:r>
              <a:rPr sz="1575" b="0">
                <a:solidFill>
                  <a:srgbClr val="172233"/>
                </a:solidFill>
                <a:latin typeface="Malgun Gothic"/>
                <a:ea typeface="Malgun Gothic"/>
                <a:cs typeface="Malgun Gothic"/>
              </a:rPr>
              <a:t>저장 동의한 대화만 보관</a:t>
            </a:r>
          </a:p>
        </p:txBody>
      </p:sp>
    </p:spTree>
    <p:extLst>
      <p:ext uri="{BB962C8B-B14F-4D97-AF65-F5344CB8AC3E}">
        <p14:creationId xmlns:p14="http://schemas.microsoft.com/office/powerpoint/2010/main" val="3678477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43FBE56-A52D-44A8-9BA3-414A4D268118}"/>
              </a:ext>
            </a:extLst>
          </p:cNvPr>
          <p:cNvCxnSpPr>
            <a:stCxn xmlns:a="http://schemas.openxmlformats.org/drawingml/2006/main" id="11" idx="6"/>
            <a:endCxn xmlns:a="http://schemas.openxmlformats.org/drawingml/2006/main" id="14" idx="2"/>
          </p:cNvCxnSpPr>
          <p:nvPr/>
        </p:nvCxnSpPr>
        <p:spPr>
          <a:xfrm xmlns:a="http://schemas.openxmlformats.org/drawingml/2006/main">
            <a:off x="8696325" y="2247900"/>
            <a:ext cx="1695450" cy="0"/>
          </a:xfrm>
          <a:prstGeom xmlns:a="http://schemas.openxmlformats.org/drawingml/2006/main" prst="straightConnector1">
            <a:avLst/>
          </a:prstGeom>
          <a:ln xmlns:a="http://schemas.openxmlformats.org/drawingml/2006/main" w="23813">
            <a:solidFill>
              <a:srgbClr val="D5DDE6"/>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285F2E88-60A9-4296-9A34-66EFA0571FE1}"/>
              </a:ext>
            </a:extLst>
          </p:cNvPr>
          <p:cNvCxnSpPr>
            <a:stCxn xmlns:a="http://schemas.openxmlformats.org/drawingml/2006/main" id="8" idx="6"/>
            <a:endCxn xmlns:a="http://schemas.openxmlformats.org/drawingml/2006/main" id="11" idx="2"/>
          </p:cNvCxnSpPr>
          <p:nvPr/>
        </p:nvCxnSpPr>
        <p:spPr>
          <a:xfrm xmlns:a="http://schemas.openxmlformats.org/drawingml/2006/main">
            <a:off x="6391275" y="2247900"/>
            <a:ext cx="1695450" cy="0"/>
          </a:xfrm>
          <a:prstGeom xmlns:a="http://schemas.openxmlformats.org/drawingml/2006/main" prst="straightConnector1">
            <a:avLst/>
          </a:prstGeom>
          <a:ln xmlns:a="http://schemas.openxmlformats.org/drawingml/2006/main" w="23813">
            <a:solidFill>
              <a:srgbClr val="D5DDE6"/>
            </a:solidFill>
            <a:prstDash val="solid"/>
            <a:tailEnd type="arrow" w="sm" len="sm"/>
          </a:ln>
        </p:spPr>
      </p:cxnSp>
      <p:cxnSp>
        <p:nvCxnSpPr>
          <p:cNvPr id="18" name="">
            <a:extLst xmlns:a="http://schemas.openxmlformats.org/drawingml/2006/main">
              <a:ext uri="{FF2B5EF4-FFF2-40B4-BE49-F238E27FC236}">
                <a16:creationId xmlns:a16="http://schemas.microsoft.com/office/drawing/2014/main" id="{5D07F11D-610C-45E4-905A-A7E754B436E2}"/>
              </a:ext>
            </a:extLst>
          </p:cNvPr>
          <p:cNvCxnSpPr>
            <a:stCxn xmlns:a="http://schemas.openxmlformats.org/drawingml/2006/main" id="5" idx="6"/>
            <a:endCxn xmlns:a="http://schemas.openxmlformats.org/drawingml/2006/main" id="8" idx="2"/>
          </p:cNvCxnSpPr>
          <p:nvPr/>
        </p:nvCxnSpPr>
        <p:spPr>
          <a:xfrm xmlns:a="http://schemas.openxmlformats.org/drawingml/2006/main">
            <a:off x="4086225" y="2247900"/>
            <a:ext cx="1695450" cy="0"/>
          </a:xfrm>
          <a:prstGeom xmlns:a="http://schemas.openxmlformats.org/drawingml/2006/main" prst="straightConnector1">
            <a:avLst/>
          </a:prstGeom>
          <a:ln xmlns:a="http://schemas.openxmlformats.org/drawingml/2006/main" w="23813">
            <a:solidFill>
              <a:srgbClr val="D5DDE6"/>
            </a:solidFill>
            <a:prstDash val="solid"/>
            <a:tailEnd type="arrow" w="sm" len="sm"/>
          </a:ln>
        </p:spPr>
      </p:cxnSp>
      <p:cxnSp>
        <p:nvCxnSpPr>
          <p:cNvPr id="17" name="">
            <a:extLst xmlns:a="http://schemas.openxmlformats.org/drawingml/2006/main">
              <a:ext uri="{FF2B5EF4-FFF2-40B4-BE49-F238E27FC236}">
                <a16:creationId xmlns:a16="http://schemas.microsoft.com/office/drawing/2014/main" id="{38E179C0-AB3F-41CC-A488-B889642F81D3}"/>
              </a:ext>
            </a:extLst>
          </p:cNvPr>
          <p:cNvCxnSpPr>
            <a:stCxn xmlns:a="http://schemas.openxmlformats.org/drawingml/2006/main" id="2" idx="6"/>
            <a:endCxn xmlns:a="http://schemas.openxmlformats.org/drawingml/2006/main" id="5" idx="2"/>
          </p:cNvCxnSpPr>
          <p:nvPr/>
        </p:nvCxnSpPr>
        <p:spPr>
          <a:xfrm xmlns:a="http://schemas.openxmlformats.org/drawingml/2006/main">
            <a:off x="1781175" y="2247900"/>
            <a:ext cx="1695450" cy="0"/>
          </a:xfrm>
          <a:prstGeom xmlns:a="http://schemas.openxmlformats.org/drawingml/2006/main" prst="straightConnector1">
            <a:avLst/>
          </a:prstGeom>
          <a:ln xmlns:a="http://schemas.openxmlformats.org/drawingml/2006/main" w="23813">
            <a:solidFill>
              <a:srgbClr val="D5DDE6"/>
            </a:solidFill>
            <a:prstDash val="solid"/>
            <a:tailEnd type="arrow" w="sm" len="sm"/>
          </a:ln>
        </p:spPr>
      </p:cxnSp>
      <p:sp>
        <p:nvSpPr>
          <p:cNvPr id="23" name="slide-title">
            <a:extLst xmlns:a="http://schemas.openxmlformats.org/drawingml/2006/main">
              <a:ext uri="{FF2B5EF4-FFF2-40B4-BE49-F238E27FC236}">
                <a16:creationId xmlns:a16="http://schemas.microsoft.com/office/drawing/2014/main" id="{76126A26-723B-4A75-B690-CB388676437B}"/>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주장 검증은 다섯 단계로 진행됩니다</a:t>
            </a:r>
          </a:p>
        </p:txBody>
      </p:sp>
      <p:sp>
        <p:nvSpPr>
          <p:cNvPr id="2" name="workflow-step-1">
            <a:extLst xmlns:a="http://schemas.openxmlformats.org/drawingml/2006/main">
              <a:ext uri="{FF2B5EF4-FFF2-40B4-BE49-F238E27FC236}">
                <a16:creationId xmlns:a16="http://schemas.microsoft.com/office/drawing/2014/main" id="{58B865A5-4487-47C3-A4C4-C6982C740FFD}"/>
              </a:ext>
            </a:extLst>
          </p:cNvPr>
          <p:cNvSpPr>
            <a:spLocks xmlns:a="http://schemas.openxmlformats.org/drawingml/2006/main" noGrp="1"/>
          </p:cNvSpPr>
          <p:nvPr/>
        </p:nvSpPr>
        <p:spPr>
          <a:xfrm xmlns:a="http://schemas.openxmlformats.org/drawingml/2006/main">
            <a:off x="1171575" y="1943100"/>
            <a:ext cx="609600" cy="609600"/>
          </a:xfrm>
          <a:prstGeom xmlns:a="http://schemas.openxmlformats.org/drawingml/2006/main" prst="ellipse">
            <a:avLst/>
          </a:prstGeom>
          <a:solidFill xmlns:a="http://schemas.openxmlformats.org/drawingml/2006/main">
            <a:srgbClr val="398259"/>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Malgun Gothic"/>
                <a:ea typeface="Malgun Gothic"/>
                <a:cs typeface="Malgun Gothic"/>
              </a:defRPr>
            </a:defPPr>
          </a:lstStyle>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1</a:t>
            </a:r>
          </a:p>
        </p:txBody>
      </p:sp>
      <p:sp>
        <p:nvSpPr>
          <p:cNvPr id="3" name="workflow-title-1">
            <a:extLst xmlns:a="http://schemas.openxmlformats.org/drawingml/2006/main">
              <a:ext uri="{FF2B5EF4-FFF2-40B4-BE49-F238E27FC236}">
                <a16:creationId xmlns:a16="http://schemas.microsoft.com/office/drawing/2014/main" id="{0182618A-062D-444B-A55C-8E85F065A0B1}"/>
              </a:ext>
            </a:extLst>
          </p:cNvPr>
          <p:cNvSpPr>
            <a:spLocks xmlns:a="http://schemas.openxmlformats.org/drawingml/2006/main" noGrp="1"/>
          </p:cNvSpPr>
          <p:nvPr/>
        </p:nvSpPr>
        <p:spPr>
          <a:xfrm xmlns:a="http://schemas.openxmlformats.org/drawingml/2006/main">
            <a:off x="647700" y="2857500"/>
            <a:ext cx="167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72233"/>
                </a:solidFill>
                <a:latin typeface="Malgun Gothic"/>
                <a:ea typeface="Malgun Gothic"/>
                <a:cs typeface="Malgun Gothic"/>
              </a:defRPr>
            </a:defPPr>
          </a:lstStyle>
          <a:p xmlns:a="http://schemas.openxmlformats.org/drawingml/2006/main">
            <a:pPr algn="ctr">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입력 분석</a:t>
            </a:r>
          </a:p>
        </p:txBody>
      </p:sp>
      <p:sp>
        <p:nvSpPr>
          <p:cNvPr id="4" name="workflow-copy-1">
            <a:extLst xmlns:a="http://schemas.openxmlformats.org/drawingml/2006/main">
              <a:ext uri="{FF2B5EF4-FFF2-40B4-BE49-F238E27FC236}">
                <a16:creationId xmlns:a16="http://schemas.microsoft.com/office/drawing/2014/main" id="{5092F733-BE3E-4E93-939D-C89F24ADC6B5}"/>
              </a:ext>
            </a:extLst>
          </p:cNvPr>
          <p:cNvSpPr>
            <a:spLocks xmlns:a="http://schemas.openxmlformats.org/drawingml/2006/main" noGrp="1"/>
          </p:cNvSpPr>
          <p:nvPr/>
        </p:nvSpPr>
        <p:spPr>
          <a:xfrm xmlns:a="http://schemas.openxmlformats.org/drawingml/2006/main">
            <a:off x="571500" y="337185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536275"/>
                </a:solidFill>
                <a:latin typeface="Malgun Gothic"/>
                <a:ea typeface="Malgun Gothic"/>
                <a:cs typeface="Malgun Gothic"/>
              </a:defRPr>
            </a:defPPr>
          </a:lstStyle>
          <a:p xmlns:a="http://schemas.openxmlformats.org/drawingml/2006/main">
            <a:pPr algn="ctr">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최대 3개 주장</a:t>
            </a:r>
          </a:p>
        </p:txBody>
      </p:sp>
      <p:sp>
        <p:nvSpPr>
          <p:cNvPr id="5" name="workflow-step-2">
            <a:extLst xmlns:a="http://schemas.openxmlformats.org/drawingml/2006/main">
              <a:ext uri="{FF2B5EF4-FFF2-40B4-BE49-F238E27FC236}">
                <a16:creationId xmlns:a16="http://schemas.microsoft.com/office/drawing/2014/main" id="{ADF9F59A-1366-416E-9A52-96D5FDA8B867}"/>
              </a:ext>
            </a:extLst>
          </p:cNvPr>
          <p:cNvSpPr>
            <a:spLocks xmlns:a="http://schemas.openxmlformats.org/drawingml/2006/main" noGrp="1"/>
          </p:cNvSpPr>
          <p:nvPr/>
        </p:nvSpPr>
        <p:spPr>
          <a:xfrm xmlns:a="http://schemas.openxmlformats.org/drawingml/2006/main">
            <a:off x="3476625" y="1943100"/>
            <a:ext cx="609600" cy="609600"/>
          </a:xfrm>
          <a:prstGeom xmlns:a="http://schemas.openxmlformats.org/drawingml/2006/main" prst="ellipse">
            <a:avLst/>
          </a:prstGeom>
          <a:solidFill xmlns:a="http://schemas.openxmlformats.org/drawingml/2006/main">
            <a:srgbClr val="398259"/>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Malgun Gothic"/>
                <a:ea typeface="Malgun Gothic"/>
                <a:cs typeface="Malgun Gothic"/>
              </a:defRPr>
            </a:defPPr>
          </a:lstStyle>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2</a:t>
            </a:r>
          </a:p>
        </p:txBody>
      </p:sp>
      <p:sp>
        <p:nvSpPr>
          <p:cNvPr id="6" name="workflow-title-2">
            <a:extLst xmlns:a="http://schemas.openxmlformats.org/drawingml/2006/main">
              <a:ext uri="{FF2B5EF4-FFF2-40B4-BE49-F238E27FC236}">
                <a16:creationId xmlns:a16="http://schemas.microsoft.com/office/drawing/2014/main" id="{AD749976-114A-44E9-B55B-87D016FCA3DC}"/>
              </a:ext>
            </a:extLst>
          </p:cNvPr>
          <p:cNvSpPr>
            <a:spLocks xmlns:a="http://schemas.openxmlformats.org/drawingml/2006/main" noGrp="1"/>
          </p:cNvSpPr>
          <p:nvPr/>
        </p:nvSpPr>
        <p:spPr>
          <a:xfrm xmlns:a="http://schemas.openxmlformats.org/drawingml/2006/main">
            <a:off x="2952750" y="2857500"/>
            <a:ext cx="167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72233"/>
                </a:solidFill>
                <a:latin typeface="Malgun Gothic"/>
                <a:ea typeface="Malgun Gothic"/>
                <a:cs typeface="Malgun Gothic"/>
              </a:defRPr>
            </a:defPPr>
          </a:lstStyle>
          <a:p xmlns:a="http://schemas.openxmlformats.org/drawingml/2006/main">
            <a:pPr algn="ctr">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출처 검색</a:t>
            </a:r>
          </a:p>
        </p:txBody>
      </p:sp>
      <p:sp>
        <p:nvSpPr>
          <p:cNvPr id="7" name="workflow-copy-2">
            <a:extLst xmlns:a="http://schemas.openxmlformats.org/drawingml/2006/main">
              <a:ext uri="{FF2B5EF4-FFF2-40B4-BE49-F238E27FC236}">
                <a16:creationId xmlns:a16="http://schemas.microsoft.com/office/drawing/2014/main" id="{BFB37A2C-F082-4813-B837-9946895518DB}"/>
              </a:ext>
            </a:extLst>
          </p:cNvPr>
          <p:cNvSpPr>
            <a:spLocks xmlns:a="http://schemas.openxmlformats.org/drawingml/2006/main" noGrp="1"/>
          </p:cNvSpPr>
          <p:nvPr/>
        </p:nvSpPr>
        <p:spPr>
          <a:xfrm xmlns:a="http://schemas.openxmlformats.org/drawingml/2006/main">
            <a:off x="2876550" y="337185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536275"/>
                </a:solidFill>
                <a:latin typeface="Malgun Gothic"/>
                <a:ea typeface="Malgun Gothic"/>
                <a:cs typeface="Malgun Gothic"/>
              </a:defRPr>
            </a:defPPr>
          </a:lstStyle>
          <a:p xmlns:a="http://schemas.openxmlformats.org/drawingml/2006/main">
            <a:pPr algn="ctr">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관련 자료 찾기</a:t>
            </a:r>
          </a:p>
        </p:txBody>
      </p:sp>
      <p:sp>
        <p:nvSpPr>
          <p:cNvPr id="8" name="workflow-step-3">
            <a:extLst xmlns:a="http://schemas.openxmlformats.org/drawingml/2006/main">
              <a:ext uri="{FF2B5EF4-FFF2-40B4-BE49-F238E27FC236}">
                <a16:creationId xmlns:a16="http://schemas.microsoft.com/office/drawing/2014/main" id="{1312B2FE-CF8E-4616-82E9-700B20EF06CD}"/>
              </a:ext>
            </a:extLst>
          </p:cNvPr>
          <p:cNvSpPr>
            <a:spLocks xmlns:a="http://schemas.openxmlformats.org/drawingml/2006/main" noGrp="1"/>
          </p:cNvSpPr>
          <p:nvPr/>
        </p:nvSpPr>
        <p:spPr>
          <a:xfrm xmlns:a="http://schemas.openxmlformats.org/drawingml/2006/main">
            <a:off x="5781675" y="1943100"/>
            <a:ext cx="609600" cy="609600"/>
          </a:xfrm>
          <a:prstGeom xmlns:a="http://schemas.openxmlformats.org/drawingml/2006/main" prst="ellipse">
            <a:avLst/>
          </a:prstGeom>
          <a:solidFill xmlns:a="http://schemas.openxmlformats.org/drawingml/2006/main">
            <a:srgbClr val="398259"/>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Malgun Gothic"/>
                <a:ea typeface="Malgun Gothic"/>
                <a:cs typeface="Malgun Gothic"/>
              </a:defRPr>
            </a:defPPr>
          </a:lstStyle>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3</a:t>
            </a:r>
          </a:p>
        </p:txBody>
      </p:sp>
      <p:sp>
        <p:nvSpPr>
          <p:cNvPr id="9" name="workflow-title-3">
            <a:extLst xmlns:a="http://schemas.openxmlformats.org/drawingml/2006/main">
              <a:ext uri="{FF2B5EF4-FFF2-40B4-BE49-F238E27FC236}">
                <a16:creationId xmlns:a16="http://schemas.microsoft.com/office/drawing/2014/main" id="{1523D852-D31B-4A63-8D47-B676FF4ECC83}"/>
              </a:ext>
            </a:extLst>
          </p:cNvPr>
          <p:cNvSpPr>
            <a:spLocks xmlns:a="http://schemas.openxmlformats.org/drawingml/2006/main" noGrp="1"/>
          </p:cNvSpPr>
          <p:nvPr/>
        </p:nvSpPr>
        <p:spPr>
          <a:xfrm xmlns:a="http://schemas.openxmlformats.org/drawingml/2006/main">
            <a:off x="5257800" y="2857500"/>
            <a:ext cx="167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72233"/>
                </a:solidFill>
                <a:latin typeface="Malgun Gothic"/>
                <a:ea typeface="Malgun Gothic"/>
                <a:cs typeface="Malgun Gothic"/>
              </a:defRPr>
            </a:defPPr>
          </a:lstStyle>
          <a:p xmlns:a="http://schemas.openxmlformats.org/drawingml/2006/main">
            <a:pPr algn="ctr">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원문 수집</a:t>
            </a:r>
          </a:p>
        </p:txBody>
      </p:sp>
      <p:sp>
        <p:nvSpPr>
          <p:cNvPr id="10" name="workflow-copy-3">
            <a:extLst xmlns:a="http://schemas.openxmlformats.org/drawingml/2006/main">
              <a:ext uri="{FF2B5EF4-FFF2-40B4-BE49-F238E27FC236}">
                <a16:creationId xmlns:a16="http://schemas.microsoft.com/office/drawing/2014/main" id="{6C85E055-6179-4677-ABF3-C16CA4D42501}"/>
              </a:ext>
            </a:extLst>
          </p:cNvPr>
          <p:cNvSpPr>
            <a:spLocks xmlns:a="http://schemas.openxmlformats.org/drawingml/2006/main" noGrp="1"/>
          </p:cNvSpPr>
          <p:nvPr/>
        </p:nvSpPr>
        <p:spPr>
          <a:xfrm xmlns:a="http://schemas.openxmlformats.org/drawingml/2006/main">
            <a:off x="5181600" y="337185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536275"/>
                </a:solidFill>
                <a:latin typeface="Malgun Gothic"/>
                <a:ea typeface="Malgun Gothic"/>
                <a:cs typeface="Malgun Gothic"/>
              </a:defRPr>
            </a:defPPr>
          </a:lstStyle>
          <a:p xmlns:a="http://schemas.openxmlformats.org/drawingml/2006/main">
            <a:pPr algn="ctr">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본문과 주소 읽기</a:t>
            </a:r>
          </a:p>
        </p:txBody>
      </p:sp>
      <p:sp>
        <p:nvSpPr>
          <p:cNvPr id="11" name="workflow-step-4">
            <a:extLst xmlns:a="http://schemas.openxmlformats.org/drawingml/2006/main">
              <a:ext uri="{FF2B5EF4-FFF2-40B4-BE49-F238E27FC236}">
                <a16:creationId xmlns:a16="http://schemas.microsoft.com/office/drawing/2014/main" id="{08BB3635-E4DD-4F13-AE4E-825EDB9CFFC6}"/>
              </a:ext>
            </a:extLst>
          </p:cNvPr>
          <p:cNvSpPr>
            <a:spLocks xmlns:a="http://schemas.openxmlformats.org/drawingml/2006/main" noGrp="1"/>
          </p:cNvSpPr>
          <p:nvPr/>
        </p:nvSpPr>
        <p:spPr>
          <a:xfrm xmlns:a="http://schemas.openxmlformats.org/drawingml/2006/main">
            <a:off x="8086725" y="1943100"/>
            <a:ext cx="609600" cy="609600"/>
          </a:xfrm>
          <a:prstGeom xmlns:a="http://schemas.openxmlformats.org/drawingml/2006/main" prst="ellipse">
            <a:avLst/>
          </a:prstGeom>
          <a:solidFill xmlns:a="http://schemas.openxmlformats.org/drawingml/2006/main">
            <a:srgbClr val="398259"/>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Malgun Gothic"/>
                <a:ea typeface="Malgun Gothic"/>
                <a:cs typeface="Malgun Gothic"/>
              </a:defRPr>
            </a:defPPr>
          </a:lstStyle>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4</a:t>
            </a:r>
          </a:p>
        </p:txBody>
      </p:sp>
      <p:sp>
        <p:nvSpPr>
          <p:cNvPr id="12" name="workflow-title-4">
            <a:extLst xmlns:a="http://schemas.openxmlformats.org/drawingml/2006/main">
              <a:ext uri="{FF2B5EF4-FFF2-40B4-BE49-F238E27FC236}">
                <a16:creationId xmlns:a16="http://schemas.microsoft.com/office/drawing/2014/main" id="{A886971B-ECF3-4BFB-B503-3A499048AAC2}"/>
              </a:ext>
            </a:extLst>
          </p:cNvPr>
          <p:cNvSpPr>
            <a:spLocks xmlns:a="http://schemas.openxmlformats.org/drawingml/2006/main" noGrp="1"/>
          </p:cNvSpPr>
          <p:nvPr/>
        </p:nvSpPr>
        <p:spPr>
          <a:xfrm xmlns:a="http://schemas.openxmlformats.org/drawingml/2006/main">
            <a:off x="7562850" y="2857500"/>
            <a:ext cx="167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72233"/>
                </a:solidFill>
                <a:latin typeface="Malgun Gothic"/>
                <a:ea typeface="Malgun Gothic"/>
                <a:cs typeface="Malgun Gothic"/>
              </a:defRPr>
            </a:defPPr>
          </a:lstStyle>
          <a:p xmlns:a="http://schemas.openxmlformats.org/drawingml/2006/main">
            <a:pPr algn="ctr">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주장 검증</a:t>
            </a:r>
          </a:p>
        </p:txBody>
      </p:sp>
      <p:sp>
        <p:nvSpPr>
          <p:cNvPr id="13" name="workflow-copy-4">
            <a:extLst xmlns:a="http://schemas.openxmlformats.org/drawingml/2006/main">
              <a:ext uri="{FF2B5EF4-FFF2-40B4-BE49-F238E27FC236}">
                <a16:creationId xmlns:a16="http://schemas.microsoft.com/office/drawing/2014/main" id="{8DF2DFA3-1501-4763-9516-659316B71AEF}"/>
              </a:ext>
            </a:extLst>
          </p:cNvPr>
          <p:cNvSpPr>
            <a:spLocks xmlns:a="http://schemas.openxmlformats.org/drawingml/2006/main" noGrp="1"/>
          </p:cNvSpPr>
          <p:nvPr/>
        </p:nvSpPr>
        <p:spPr>
          <a:xfrm xmlns:a="http://schemas.openxmlformats.org/drawingml/2006/main">
            <a:off x="7486650" y="337185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536275"/>
                </a:solidFill>
                <a:latin typeface="Malgun Gothic"/>
                <a:ea typeface="Malgun Gothic"/>
                <a:cs typeface="Malgun Gothic"/>
              </a:defRPr>
            </a:defPPr>
          </a:lstStyle>
          <a:p xmlns:a="http://schemas.openxmlformats.org/drawingml/2006/main">
            <a:pPr algn="ctr">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원문 인용과 대조</a:t>
            </a:r>
          </a:p>
        </p:txBody>
      </p:sp>
      <p:sp>
        <p:nvSpPr>
          <p:cNvPr id="14" name="workflow-step-5">
            <a:extLst xmlns:a="http://schemas.openxmlformats.org/drawingml/2006/main">
              <a:ext uri="{FF2B5EF4-FFF2-40B4-BE49-F238E27FC236}">
                <a16:creationId xmlns:a16="http://schemas.microsoft.com/office/drawing/2014/main" id="{B99D1A5C-0304-4E30-A111-EA5E12FBA468}"/>
              </a:ext>
            </a:extLst>
          </p:cNvPr>
          <p:cNvSpPr>
            <a:spLocks xmlns:a="http://schemas.openxmlformats.org/drawingml/2006/main" noGrp="1"/>
          </p:cNvSpPr>
          <p:nvPr/>
        </p:nvSpPr>
        <p:spPr>
          <a:xfrm xmlns:a="http://schemas.openxmlformats.org/drawingml/2006/main">
            <a:off x="10391775" y="1943100"/>
            <a:ext cx="609600" cy="609600"/>
          </a:xfrm>
          <a:prstGeom xmlns:a="http://schemas.openxmlformats.org/drawingml/2006/main" prst="ellipse">
            <a:avLst/>
          </a:prstGeom>
          <a:solidFill xmlns:a="http://schemas.openxmlformats.org/drawingml/2006/main">
            <a:srgbClr val="B48217"/>
          </a:solidFill>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Malgun Gothic"/>
                <a:ea typeface="Malgun Gothic"/>
                <a:cs typeface="Malgun Gothic"/>
              </a:defRPr>
            </a:defPPr>
          </a:lstStyle>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5</a:t>
            </a:r>
          </a:p>
        </p:txBody>
      </p:sp>
      <p:sp>
        <p:nvSpPr>
          <p:cNvPr id="15" name="workflow-title-5">
            <a:extLst xmlns:a="http://schemas.openxmlformats.org/drawingml/2006/main">
              <a:ext uri="{FF2B5EF4-FFF2-40B4-BE49-F238E27FC236}">
                <a16:creationId xmlns:a16="http://schemas.microsoft.com/office/drawing/2014/main" id="{2445CE72-6A3D-4EA8-B37C-86F1B95B4876}"/>
              </a:ext>
            </a:extLst>
          </p:cNvPr>
          <p:cNvSpPr>
            <a:spLocks xmlns:a="http://schemas.openxmlformats.org/drawingml/2006/main" noGrp="1"/>
          </p:cNvSpPr>
          <p:nvPr/>
        </p:nvSpPr>
        <p:spPr>
          <a:xfrm xmlns:a="http://schemas.openxmlformats.org/drawingml/2006/main">
            <a:off x="9867900" y="2857500"/>
            <a:ext cx="167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172233"/>
                </a:solidFill>
                <a:latin typeface="Malgun Gothic"/>
                <a:ea typeface="Malgun Gothic"/>
                <a:cs typeface="Malgun Gothic"/>
              </a:defRPr>
            </a:defPPr>
          </a:lstStyle>
          <a:p xmlns:a="http://schemas.openxmlformats.org/drawingml/2006/main">
            <a:pPr algn="ctr">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결과 정리</a:t>
            </a:r>
          </a:p>
        </p:txBody>
      </p:sp>
      <p:sp>
        <p:nvSpPr>
          <p:cNvPr id="16" name="workflow-copy-5">
            <a:extLst xmlns:a="http://schemas.openxmlformats.org/drawingml/2006/main">
              <a:ext uri="{FF2B5EF4-FFF2-40B4-BE49-F238E27FC236}">
                <a16:creationId xmlns:a16="http://schemas.microsoft.com/office/drawing/2014/main" id="{DAF11B39-84F1-4443-ACD0-812B105C9A6F}"/>
              </a:ext>
            </a:extLst>
          </p:cNvPr>
          <p:cNvSpPr>
            <a:spLocks xmlns:a="http://schemas.openxmlformats.org/drawingml/2006/main" noGrp="1"/>
          </p:cNvSpPr>
          <p:nvPr/>
        </p:nvSpPr>
        <p:spPr>
          <a:xfrm xmlns:a="http://schemas.openxmlformats.org/drawingml/2006/main">
            <a:off x="9791700" y="3371850"/>
            <a:ext cx="1828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0">
                <a:solidFill>
                  <a:srgbClr val="536275"/>
                </a:solidFill>
                <a:latin typeface="Malgun Gothic"/>
                <a:ea typeface="Malgun Gothic"/>
                <a:cs typeface="Malgun Gothic"/>
              </a:defRPr>
            </a:defPPr>
          </a:lstStyle>
          <a:p xmlns:a="http://schemas.openxmlformats.org/drawingml/2006/main">
            <a:pPr algn="ctr">
              <a:defRPr sz="1650" b="0">
                <a:solidFill>
                  <a:srgbClr val="536275"/>
                </a:solidFill>
                <a:latin typeface="Malgun Gothic"/>
                <a:ea typeface="Malgun Gothic"/>
                <a:cs typeface="Malgun Gothic"/>
              </a:defRPr>
            </a:pPr>
            <a:r>
              <a:rPr sz="1650" b="0">
                <a:solidFill>
                  <a:srgbClr val="536275"/>
                </a:solidFill>
                <a:latin typeface="Malgun Gothic"/>
                <a:ea typeface="Malgun Gothic"/>
                <a:cs typeface="Malgun Gothic"/>
              </a:rPr>
              <a:t>판정과 출처 표시</a:t>
            </a:r>
          </a:p>
        </p:txBody>
      </p:sp>
      <p:sp>
        <p:nvSpPr>
          <p:cNvPr id="21" name="recovery-label">
            <a:extLst xmlns:a="http://schemas.openxmlformats.org/drawingml/2006/main">
              <a:ext uri="{FF2B5EF4-FFF2-40B4-BE49-F238E27FC236}">
                <a16:creationId xmlns:a16="http://schemas.microsoft.com/office/drawing/2014/main" id="{C0EB3EB3-ACF9-4170-89CE-A2EB141D48DB}"/>
              </a:ext>
            </a:extLst>
          </p:cNvPr>
          <p:cNvSpPr>
            <a:spLocks xmlns:a="http://schemas.openxmlformats.org/drawingml/2006/main" noGrp="1"/>
          </p:cNvSpPr>
          <p:nvPr/>
        </p:nvSpPr>
        <p:spPr>
          <a:xfrm xmlns:a="http://schemas.openxmlformats.org/drawingml/2006/main">
            <a:off x="819150" y="48196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B48217"/>
                </a:solidFill>
                <a:latin typeface="Malgun Gothic"/>
                <a:ea typeface="Malgun Gothic"/>
                <a:cs typeface="Malgun Gothic"/>
              </a:defRPr>
            </a:defPPr>
          </a:lstStyle>
          <a:p xmlns:a="http://schemas.openxmlformats.org/drawingml/2006/main">
            <a:pPr algn="l">
              <a:defRPr sz="1800" b="1">
                <a:solidFill>
                  <a:srgbClr val="B48217"/>
                </a:solidFill>
                <a:latin typeface="Malgun Gothic"/>
                <a:ea typeface="Malgun Gothic"/>
                <a:cs typeface="Malgun Gothic"/>
              </a:defRPr>
            </a:pPr>
            <a:r>
              <a:rPr sz="1800" b="1">
                <a:solidFill>
                  <a:srgbClr val="B48217"/>
                </a:solidFill>
                <a:latin typeface="Malgun Gothic"/>
                <a:ea typeface="Malgun Gothic"/>
                <a:cs typeface="Malgun Gothic"/>
              </a:rPr>
              <a:t>재탐색</a:t>
            </a:r>
          </a:p>
        </p:txBody>
      </p:sp>
      <p:sp>
        <p:nvSpPr>
          <p:cNvPr id="22" name="recovery-copy">
            <a:extLst xmlns:a="http://schemas.openxmlformats.org/drawingml/2006/main">
              <a:ext uri="{FF2B5EF4-FFF2-40B4-BE49-F238E27FC236}">
                <a16:creationId xmlns:a16="http://schemas.microsoft.com/office/drawing/2014/main" id="{4BDC16B3-BE75-48AA-8CA3-E7AAC94A1E85}"/>
              </a:ext>
            </a:extLst>
          </p:cNvPr>
          <p:cNvSpPr>
            <a:spLocks xmlns:a="http://schemas.openxmlformats.org/drawingml/2006/main" noGrp="1"/>
          </p:cNvSpPr>
          <p:nvPr/>
        </p:nvSpPr>
        <p:spPr>
          <a:xfrm xmlns:a="http://schemas.openxmlformats.org/drawingml/2006/main">
            <a:off x="2724150" y="481965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검증 조건을 만족하면 검색으로 돌아갑니다. 요청당 최대 한 번입니다.</a:t>
            </a:r>
          </a:p>
        </p:txBody>
      </p:sp>
    </p:spTree>
    <p:extLst>
      <p:ext uri="{BB962C8B-B14F-4D97-AF65-F5344CB8AC3E}">
        <p14:creationId xmlns:p14="http://schemas.microsoft.com/office/powerpoint/2010/main" val="1097962735"/>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0470DAA-4777-4E80-B9EB-A485A798515A}"/>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결과 화면</a:t>
            </a:r>
          </a:p>
        </p:txBody>
      </p:sp>
      <p:sp>
        <p:nvSpPr>
          <p:cNvPr id="2" name="slide-subtitle">
            <a:extLst xmlns:a="http://schemas.openxmlformats.org/drawingml/2006/main">
              <a:ext uri="{FF2B5EF4-FFF2-40B4-BE49-F238E27FC236}">
                <a16:creationId xmlns:a16="http://schemas.microsoft.com/office/drawing/2014/main" id="{72F31973-B9A3-4915-8700-DE02501B3742}"/>
              </a:ext>
            </a:extLst>
          </p:cNvPr>
          <p:cNvSpPr>
            <a:spLocks xmlns:a="http://schemas.openxmlformats.org/drawingml/2006/main" noGrp="1"/>
          </p:cNvSpPr>
          <p:nvPr/>
        </p:nvSpPr>
        <p:spPr>
          <a:xfrm xmlns:a="http://schemas.openxmlformats.org/drawingml/2006/main">
            <a:off x="723900" y="10668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36275"/>
                </a:solidFill>
                <a:latin typeface="Malgun Gothic"/>
                <a:ea typeface="Malgun Gothic"/>
                <a:cs typeface="Malgun Gothic"/>
              </a:defRPr>
            </a:defPPr>
          </a:lstStyle>
          <a:p xmlns:a="http://schemas.openxmlformats.org/drawingml/2006/main">
            <a:pPr algn="l">
              <a:defRPr sz="1875" b="0">
                <a:solidFill>
                  <a:srgbClr val="536275"/>
                </a:solidFill>
                <a:latin typeface="Malgun Gothic"/>
                <a:ea typeface="Malgun Gothic"/>
                <a:cs typeface="Malgun Gothic"/>
              </a:defRPr>
            </a:pPr>
            <a:r>
              <a:rPr sz="1875" b="0">
                <a:solidFill>
                  <a:srgbClr val="536275"/>
                </a:solidFill>
                <a:latin typeface="Malgun Gothic"/>
                <a:ea typeface="Malgun Gothic"/>
                <a:cs typeface="Malgun Gothic"/>
              </a:rPr>
              <a:t>판정과 연결된 주장, 인용, 출처를 확인할 수 있습니다.</a:t>
            </a:r>
          </a:p>
        </p:txBody>
      </p:sp>
      <p:pic>
        <p:nvPicPr>
          <p:cNvPr id="3" name="">
            <a:extLst xmlns:a="http://schemas.openxmlformats.org/drawingml/2006/main">
              <a:ext uri="{FF2B5EF4-FFF2-40B4-BE49-F238E27FC236}">
                <a16:creationId xmlns:a16="http://schemas.microsoft.com/office/drawing/2014/main" id="{86A83589-568D-4F2A-9F26-EE3848F8F25C}"/>
              </a:ext>
            </a:extLst>
          </p:cNvPr>
          <p:cNvPicPr>
            <a:picLocks xmlns:a="http://schemas.openxmlformats.org/drawingml/2006/main" noChangeAspect="1"/>
          </p:cNvPicPr>
          <p:nvPr/>
        </p:nvPicPr>
        <p:blipFill>
          <a:blip xmlns:r="http://schemas.openxmlformats.org/officeDocument/2006/relationships" xmlns:a="http://schemas.openxmlformats.org/drawingml/2006/main" r:embed="R50cb086cb842443e"/>
          <a:srcRect xmlns:a="http://schemas.openxmlformats.org/drawingml/2006/main" l="14600" t="0" r="0" b="0"/>
          <a:stretch xmlns:a="http://schemas.openxmlformats.org/drawingml/2006/main"/>
        </p:blipFill>
        <p:spPr>
          <a:xfrm xmlns:a="http://schemas.openxmlformats.org/drawingml/2006/main">
            <a:off x="552450" y="1676400"/>
            <a:ext cx="7810500" cy="4305300"/>
          </a:xfrm>
          <a:prstGeom xmlns:a="http://schemas.openxmlformats.org/drawingml/2006/main" prst="rect">
            <a:avLst/>
          </a:prstGeom>
        </p:spPr>
      </p:pic>
      <p:sp>
        <p:nvSpPr>
          <p:cNvPr id="4" name="result-point-head-0">
            <a:extLst xmlns:a="http://schemas.openxmlformats.org/drawingml/2006/main">
              <a:ext uri="{FF2B5EF4-FFF2-40B4-BE49-F238E27FC236}">
                <a16:creationId xmlns:a16="http://schemas.microsoft.com/office/drawing/2014/main" id="{E9F88647-571A-4D0C-B41A-64D04326C2FE}"/>
              </a:ext>
            </a:extLst>
          </p:cNvPr>
          <p:cNvSpPr>
            <a:spLocks xmlns:a="http://schemas.openxmlformats.org/drawingml/2006/main" noGrp="1"/>
          </p:cNvSpPr>
          <p:nvPr/>
        </p:nvSpPr>
        <p:spPr>
          <a:xfrm xmlns:a="http://schemas.openxmlformats.org/drawingml/2006/main">
            <a:off x="8858250" y="20955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233"/>
                </a:solidFill>
                <a:latin typeface="Malgun Gothic"/>
                <a:ea typeface="Malgun Gothic"/>
                <a:cs typeface="Malgun Gothic"/>
              </a:defRPr>
            </a:defPPr>
          </a:lstStyle>
          <a:p xmlns:a="http://schemas.openxmlformats.org/drawingml/2006/main">
            <a:pPr algn="l">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종합 팩트 점수</a:t>
            </a:r>
          </a:p>
        </p:txBody>
      </p:sp>
      <p:sp>
        <p:nvSpPr>
          <p:cNvPr id="5" name="result-point-body-0">
            <a:extLst xmlns:a="http://schemas.openxmlformats.org/drawingml/2006/main">
              <a:ext uri="{FF2B5EF4-FFF2-40B4-BE49-F238E27FC236}">
                <a16:creationId xmlns:a16="http://schemas.microsoft.com/office/drawing/2014/main" id="{E5E722D8-D073-4F7F-B79A-1C8CC7E6E9A2}"/>
              </a:ext>
            </a:extLst>
          </p:cNvPr>
          <p:cNvSpPr>
            <a:spLocks xmlns:a="http://schemas.openxmlformats.org/drawingml/2006/main" noGrp="1"/>
          </p:cNvSpPr>
          <p:nvPr/>
        </p:nvSpPr>
        <p:spPr>
          <a:xfrm xmlns:a="http://schemas.openxmlformats.org/drawingml/2006/main">
            <a:off x="8858250" y="2505075"/>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36275"/>
                </a:solidFill>
                <a:latin typeface="Malgun Gothic"/>
                <a:ea typeface="Malgun Gothic"/>
                <a:cs typeface="Malgun Gothic"/>
              </a:defRPr>
            </a:defPPr>
          </a:lstStyle>
          <a:p xmlns:a="http://schemas.openxmlformats.org/drawingml/2006/main">
            <a:pPr algn="l">
              <a:defRPr sz="1500" b="0">
                <a:solidFill>
                  <a:srgbClr val="536275"/>
                </a:solidFill>
                <a:latin typeface="Malgun Gothic"/>
                <a:ea typeface="Malgun Gothic"/>
                <a:cs typeface="Malgun Gothic"/>
              </a:defRPr>
            </a:pPr>
            <a:r>
              <a:rPr sz="1500" b="0">
                <a:solidFill>
                  <a:srgbClr val="536275"/>
                </a:solidFill>
                <a:latin typeface="Malgun Gothic"/>
                <a:ea typeface="Malgun Gothic"/>
                <a:cs typeface="Malgun Gothic"/>
              </a:rPr>
              <a:t>전체 요청 요약</a:t>
            </a:r>
          </a:p>
        </p:txBody>
      </p:sp>
      <p:sp>
        <p:nvSpPr>
          <p:cNvPr id="6" name="result-point-head-1">
            <a:extLst xmlns:a="http://schemas.openxmlformats.org/drawingml/2006/main">
              <a:ext uri="{FF2B5EF4-FFF2-40B4-BE49-F238E27FC236}">
                <a16:creationId xmlns:a16="http://schemas.microsoft.com/office/drawing/2014/main" id="{AC816F30-E7C8-4C4B-B030-C04E7511D5A4}"/>
              </a:ext>
            </a:extLst>
          </p:cNvPr>
          <p:cNvSpPr>
            <a:spLocks xmlns:a="http://schemas.openxmlformats.org/drawingml/2006/main" noGrp="1"/>
          </p:cNvSpPr>
          <p:nvPr/>
        </p:nvSpPr>
        <p:spPr>
          <a:xfrm xmlns:a="http://schemas.openxmlformats.org/drawingml/2006/main">
            <a:off x="8858250" y="32004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233"/>
                </a:solidFill>
                <a:latin typeface="Malgun Gothic"/>
                <a:ea typeface="Malgun Gothic"/>
                <a:cs typeface="Malgun Gothic"/>
              </a:defRPr>
            </a:defPPr>
          </a:lstStyle>
          <a:p xmlns:a="http://schemas.openxmlformats.org/drawingml/2006/main">
            <a:pPr algn="l">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주장별 판정</a:t>
            </a:r>
          </a:p>
        </p:txBody>
      </p:sp>
      <p:sp>
        <p:nvSpPr>
          <p:cNvPr id="7" name="result-point-body-1">
            <a:extLst xmlns:a="http://schemas.openxmlformats.org/drawingml/2006/main">
              <a:ext uri="{FF2B5EF4-FFF2-40B4-BE49-F238E27FC236}">
                <a16:creationId xmlns:a16="http://schemas.microsoft.com/office/drawing/2014/main" id="{5DAC3704-3310-4953-A497-4CF2B6DB8824}"/>
              </a:ext>
            </a:extLst>
          </p:cNvPr>
          <p:cNvSpPr>
            <a:spLocks xmlns:a="http://schemas.openxmlformats.org/drawingml/2006/main" noGrp="1"/>
          </p:cNvSpPr>
          <p:nvPr/>
        </p:nvSpPr>
        <p:spPr>
          <a:xfrm xmlns:a="http://schemas.openxmlformats.org/drawingml/2006/main">
            <a:off x="8858250" y="3609975"/>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36275"/>
                </a:solidFill>
                <a:latin typeface="Malgun Gothic"/>
                <a:ea typeface="Malgun Gothic"/>
                <a:cs typeface="Malgun Gothic"/>
              </a:defRPr>
            </a:defPPr>
          </a:lstStyle>
          <a:p xmlns:a="http://schemas.openxmlformats.org/drawingml/2006/main">
            <a:pPr algn="l">
              <a:defRPr sz="1500" b="0">
                <a:solidFill>
                  <a:srgbClr val="536275"/>
                </a:solidFill>
                <a:latin typeface="Malgun Gothic"/>
                <a:ea typeface="Malgun Gothic"/>
                <a:cs typeface="Malgun Gothic"/>
              </a:defRPr>
            </a:pPr>
            <a:r>
              <a:rPr sz="1500" b="0">
                <a:solidFill>
                  <a:srgbClr val="536275"/>
                </a:solidFill>
                <a:latin typeface="Malgun Gothic"/>
                <a:ea typeface="Malgun Gothic"/>
                <a:cs typeface="Malgun Gothic"/>
              </a:rPr>
              <a:t>주장을 선택해 근거 확인</a:t>
            </a:r>
          </a:p>
        </p:txBody>
      </p:sp>
      <p:sp>
        <p:nvSpPr>
          <p:cNvPr id="8" name="result-point-head-2">
            <a:extLst xmlns:a="http://schemas.openxmlformats.org/drawingml/2006/main">
              <a:ext uri="{FF2B5EF4-FFF2-40B4-BE49-F238E27FC236}">
                <a16:creationId xmlns:a16="http://schemas.microsoft.com/office/drawing/2014/main" id="{1D232561-C284-4086-8F7E-E1DE6AE8C685}"/>
              </a:ext>
            </a:extLst>
          </p:cNvPr>
          <p:cNvSpPr>
            <a:spLocks xmlns:a="http://schemas.openxmlformats.org/drawingml/2006/main" noGrp="1"/>
          </p:cNvSpPr>
          <p:nvPr/>
        </p:nvSpPr>
        <p:spPr>
          <a:xfrm xmlns:a="http://schemas.openxmlformats.org/drawingml/2006/main">
            <a:off x="8858250" y="43053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398259"/>
                </a:solidFill>
                <a:latin typeface="Malgun Gothic"/>
                <a:ea typeface="Malgun Gothic"/>
                <a:cs typeface="Malgun Gothic"/>
              </a:defRPr>
            </a:defPPr>
          </a:lstStyle>
          <a:p xmlns:a="http://schemas.openxmlformats.org/drawingml/2006/main">
            <a:pPr algn="l">
              <a:defRPr sz="1800" b="1">
                <a:solidFill>
                  <a:srgbClr val="398259"/>
                </a:solidFill>
                <a:latin typeface="Malgun Gothic"/>
                <a:ea typeface="Malgun Gothic"/>
                <a:cs typeface="Malgun Gothic"/>
              </a:defRPr>
            </a:pPr>
            <a:r>
              <a:rPr sz="1800" b="1">
                <a:solidFill>
                  <a:srgbClr val="398259"/>
                </a:solidFill>
                <a:latin typeface="Malgun Gothic"/>
                <a:ea typeface="Malgun Gothic"/>
                <a:cs typeface="Malgun Gothic"/>
              </a:rPr>
              <a:t>원문과 인용</a:t>
            </a:r>
          </a:p>
        </p:txBody>
      </p:sp>
      <p:sp>
        <p:nvSpPr>
          <p:cNvPr id="9" name="result-point-body-2">
            <a:extLst xmlns:a="http://schemas.openxmlformats.org/drawingml/2006/main">
              <a:ext uri="{FF2B5EF4-FFF2-40B4-BE49-F238E27FC236}">
                <a16:creationId xmlns:a16="http://schemas.microsoft.com/office/drawing/2014/main" id="{969AF988-48F1-4F5B-B48C-66666815CCDB}"/>
              </a:ext>
            </a:extLst>
          </p:cNvPr>
          <p:cNvSpPr>
            <a:spLocks xmlns:a="http://schemas.openxmlformats.org/drawingml/2006/main" noGrp="1"/>
          </p:cNvSpPr>
          <p:nvPr/>
        </p:nvSpPr>
        <p:spPr>
          <a:xfrm xmlns:a="http://schemas.openxmlformats.org/drawingml/2006/main">
            <a:off x="8858250" y="4714875"/>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36275"/>
                </a:solidFill>
                <a:latin typeface="Malgun Gothic"/>
                <a:ea typeface="Malgun Gothic"/>
                <a:cs typeface="Malgun Gothic"/>
              </a:defRPr>
            </a:defPPr>
          </a:lstStyle>
          <a:p xmlns:a="http://schemas.openxmlformats.org/drawingml/2006/main">
            <a:pPr algn="l">
              <a:defRPr sz="1500" b="0">
                <a:solidFill>
                  <a:srgbClr val="536275"/>
                </a:solidFill>
                <a:latin typeface="Malgun Gothic"/>
                <a:ea typeface="Malgun Gothic"/>
                <a:cs typeface="Malgun Gothic"/>
              </a:defRPr>
            </a:pPr>
            <a:r>
              <a:rPr sz="1500" b="0">
                <a:solidFill>
                  <a:srgbClr val="536275"/>
                </a:solidFill>
                <a:latin typeface="Malgun Gothic"/>
                <a:ea typeface="Malgun Gothic"/>
                <a:cs typeface="Malgun Gothic"/>
              </a:rPr>
              <a:t>출처를 열어 직접 비교</a:t>
            </a:r>
          </a:p>
        </p:txBody>
      </p:sp>
      <p:sp>
        <p:nvSpPr>
          <p:cNvPr id="10" name="screenshot-caption">
            <a:extLst xmlns:a="http://schemas.openxmlformats.org/drawingml/2006/main">
              <a:ext uri="{FF2B5EF4-FFF2-40B4-BE49-F238E27FC236}">
                <a16:creationId xmlns:a16="http://schemas.microsoft.com/office/drawing/2014/main" id="{B1C8CD1D-E51E-4475-A8DC-737819933B42}"/>
              </a:ext>
            </a:extLst>
          </p:cNvPr>
          <p:cNvSpPr>
            <a:spLocks xmlns:a="http://schemas.openxmlformats.org/drawingml/2006/main" noGrp="1"/>
          </p:cNvSpPr>
          <p:nvPr/>
        </p:nvSpPr>
        <p:spPr>
          <a:xfrm xmlns:a="http://schemas.openxmlformats.org/drawingml/2006/main">
            <a:off x="8858250" y="5429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275"/>
                </a:solidFill>
                <a:latin typeface="Malgun Gothic"/>
                <a:ea typeface="Malgun Gothic"/>
                <a:cs typeface="Malgun Gothic"/>
              </a:defRPr>
            </a:defPPr>
          </a:lstStyle>
          <a:p xmlns:a="http://schemas.openxmlformats.org/drawingml/2006/main">
            <a:pPr algn="l">
              <a:defRPr sz="1275" b="0">
                <a:solidFill>
                  <a:srgbClr val="536275"/>
                </a:solidFill>
                <a:latin typeface="Malgun Gothic"/>
                <a:ea typeface="Malgun Gothic"/>
                <a:cs typeface="Malgun Gothic"/>
              </a:defRPr>
            </a:pPr>
            <a:r>
              <a:rPr sz="1275" b="0">
                <a:solidFill>
                  <a:srgbClr val="536275"/>
                </a:solidFill>
                <a:latin typeface="Malgun Gothic"/>
                <a:ea typeface="Malgun Gothic"/>
                <a:cs typeface="Malgun Gothic"/>
              </a:rPr>
              <a:t>화면 구성 예시</a:t>
            </a:r>
          </a:p>
        </p:txBody>
      </p:sp>
    </p:spTree>
    <p:extLst>
      <p:ext uri="{BB962C8B-B14F-4D97-AF65-F5344CB8AC3E}">
        <p14:creationId xmlns:p14="http://schemas.microsoft.com/office/powerpoint/2010/main" val="18355121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FD100DD-2699-4FD7-8E9A-1AFA14CA8449}"/>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판정은 원문과 근거를 기준으로 설명합니다</a:t>
            </a:r>
          </a:p>
        </p:txBody>
      </p:sp>
      <p:sp>
        <p:nvSpPr>
          <p:cNvPr id="2" name="rule-number-0">
            <a:extLst xmlns:a="http://schemas.openxmlformats.org/drawingml/2006/main">
              <a:ext uri="{FF2B5EF4-FFF2-40B4-BE49-F238E27FC236}">
                <a16:creationId xmlns:a16="http://schemas.microsoft.com/office/drawing/2014/main" id="{657567EA-42A5-4D83-B4C0-E509651A9CFA}"/>
              </a:ext>
            </a:extLst>
          </p:cNvPr>
          <p:cNvSpPr>
            <a:spLocks xmlns:a="http://schemas.openxmlformats.org/drawingml/2006/main" noGrp="1"/>
          </p:cNvSpPr>
          <p:nvPr/>
        </p:nvSpPr>
        <p:spPr>
          <a:xfrm xmlns:a="http://schemas.openxmlformats.org/drawingml/2006/main">
            <a:off x="800100" y="1790700"/>
            <a:ext cx="781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398259"/>
                </a:solidFill>
                <a:latin typeface="Malgun Gothic"/>
                <a:ea typeface="Malgun Gothic"/>
                <a:cs typeface="Malgun Gothic"/>
              </a:defRPr>
            </a:defPPr>
          </a:lstStyle>
          <a:p xmlns:a="http://schemas.openxmlformats.org/drawingml/2006/main">
            <a:pPr algn="l">
              <a:defRPr sz="2550" b="1">
                <a:solidFill>
                  <a:srgbClr val="398259"/>
                </a:solidFill>
                <a:latin typeface="Malgun Gothic"/>
                <a:ea typeface="Malgun Gothic"/>
                <a:cs typeface="Malgun Gothic"/>
              </a:defRPr>
            </a:pPr>
            <a:r>
              <a:rPr sz="2550" b="1">
                <a:solidFill>
                  <a:srgbClr val="398259"/>
                </a:solidFill>
                <a:latin typeface="Malgun Gothic"/>
                <a:ea typeface="Malgun Gothic"/>
                <a:cs typeface="Malgun Gothic"/>
              </a:rPr>
              <a:t>01</a:t>
            </a:r>
          </a:p>
        </p:txBody>
      </p:sp>
      <p:sp>
        <p:nvSpPr>
          <p:cNvPr id="3" name="rule-heading-0">
            <a:extLst xmlns:a="http://schemas.openxmlformats.org/drawingml/2006/main">
              <a:ext uri="{FF2B5EF4-FFF2-40B4-BE49-F238E27FC236}">
                <a16:creationId xmlns:a16="http://schemas.microsoft.com/office/drawing/2014/main" id="{6FA8AA22-8785-42AB-9312-E18B81C064F4}"/>
              </a:ext>
            </a:extLst>
          </p:cNvPr>
          <p:cNvSpPr>
            <a:spLocks xmlns:a="http://schemas.openxmlformats.org/drawingml/2006/main" noGrp="1"/>
          </p:cNvSpPr>
          <p:nvPr/>
        </p:nvSpPr>
        <p:spPr>
          <a:xfrm xmlns:a="http://schemas.openxmlformats.org/drawingml/2006/main">
            <a:off x="1714500" y="180022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원문 인용</a:t>
            </a:r>
          </a:p>
        </p:txBody>
      </p:sp>
      <p:sp>
        <p:nvSpPr>
          <p:cNvPr id="4" name="rule-copy-0">
            <a:extLst xmlns:a="http://schemas.openxmlformats.org/drawingml/2006/main">
              <a:ext uri="{FF2B5EF4-FFF2-40B4-BE49-F238E27FC236}">
                <a16:creationId xmlns:a16="http://schemas.microsoft.com/office/drawing/2014/main" id="{7B0B92D7-1776-48CE-9BB7-60BC7C51A540}"/>
              </a:ext>
            </a:extLst>
          </p:cNvPr>
          <p:cNvSpPr>
            <a:spLocks xmlns:a="http://schemas.openxmlformats.org/drawingml/2006/main" noGrp="1"/>
          </p:cNvSpPr>
          <p:nvPr/>
        </p:nvSpPr>
        <p:spPr>
          <a:xfrm xmlns:a="http://schemas.openxmlformats.org/drawingml/2006/main">
            <a:off x="4381500" y="181927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실제로 읽은 자료에서 확인한 문장만 근거로 씁니다.</a:t>
            </a:r>
          </a:p>
        </p:txBody>
      </p:sp>
      <p:sp>
        <p:nvSpPr>
          <p:cNvPr id="5" name="rule-divider-0">
            <a:extLst xmlns:a="http://schemas.openxmlformats.org/drawingml/2006/main">
              <a:ext uri="{FF2B5EF4-FFF2-40B4-BE49-F238E27FC236}">
                <a16:creationId xmlns:a16="http://schemas.microsoft.com/office/drawing/2014/main" id="{03EAC8A0-D0AD-4A38-A68E-C7065878B8C5}"/>
              </a:ext>
            </a:extLst>
          </p:cNvPr>
          <p:cNvSpPr>
            <a:spLocks xmlns:a="http://schemas.openxmlformats.org/drawingml/2006/main" noGrp="1"/>
          </p:cNvSpPr>
          <p:nvPr/>
        </p:nvSpPr>
        <p:spPr>
          <a:xfrm xmlns:a="http://schemas.openxmlformats.org/drawingml/2006/main">
            <a:off x="1714500" y="2686050"/>
            <a:ext cx="962025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6" name="rule-number-1">
            <a:extLst xmlns:a="http://schemas.openxmlformats.org/drawingml/2006/main">
              <a:ext uri="{FF2B5EF4-FFF2-40B4-BE49-F238E27FC236}">
                <a16:creationId xmlns:a16="http://schemas.microsoft.com/office/drawing/2014/main" id="{ACDCF677-20E7-428F-BEDD-6C73B66C76FB}"/>
              </a:ext>
            </a:extLst>
          </p:cNvPr>
          <p:cNvSpPr>
            <a:spLocks xmlns:a="http://schemas.openxmlformats.org/drawingml/2006/main" noGrp="1"/>
          </p:cNvSpPr>
          <p:nvPr/>
        </p:nvSpPr>
        <p:spPr>
          <a:xfrm xmlns:a="http://schemas.openxmlformats.org/drawingml/2006/main">
            <a:off x="800100" y="3048000"/>
            <a:ext cx="781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48217"/>
                </a:solidFill>
                <a:latin typeface="Malgun Gothic"/>
                <a:ea typeface="Malgun Gothic"/>
                <a:cs typeface="Malgun Gothic"/>
              </a:defRPr>
            </a:defPPr>
          </a:lstStyle>
          <a:p xmlns:a="http://schemas.openxmlformats.org/drawingml/2006/main">
            <a:pPr algn="l">
              <a:defRPr sz="2550" b="1">
                <a:solidFill>
                  <a:srgbClr val="B48217"/>
                </a:solidFill>
                <a:latin typeface="Malgun Gothic"/>
                <a:ea typeface="Malgun Gothic"/>
                <a:cs typeface="Malgun Gothic"/>
              </a:defRPr>
            </a:pPr>
            <a:r>
              <a:rPr sz="2550" b="1">
                <a:solidFill>
                  <a:srgbClr val="B48217"/>
                </a:solidFill>
                <a:latin typeface="Malgun Gothic"/>
                <a:ea typeface="Malgun Gothic"/>
                <a:cs typeface="Malgun Gothic"/>
              </a:rPr>
              <a:t>02</a:t>
            </a:r>
          </a:p>
        </p:txBody>
      </p:sp>
      <p:sp>
        <p:nvSpPr>
          <p:cNvPr id="7" name="rule-heading-1">
            <a:extLst xmlns:a="http://schemas.openxmlformats.org/drawingml/2006/main">
              <a:ext uri="{FF2B5EF4-FFF2-40B4-BE49-F238E27FC236}">
                <a16:creationId xmlns:a16="http://schemas.microsoft.com/office/drawing/2014/main" id="{F02D4DD5-D8DE-490B-963A-8A660CC3315E}"/>
              </a:ext>
            </a:extLst>
          </p:cNvPr>
          <p:cNvSpPr>
            <a:spLocks xmlns:a="http://schemas.openxmlformats.org/drawingml/2006/main" noGrp="1"/>
          </p:cNvSpPr>
          <p:nvPr/>
        </p:nvSpPr>
        <p:spPr>
          <a:xfrm xmlns:a="http://schemas.openxmlformats.org/drawingml/2006/main">
            <a:off x="1714500" y="305752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근거 부족</a:t>
            </a:r>
          </a:p>
        </p:txBody>
      </p:sp>
      <p:sp>
        <p:nvSpPr>
          <p:cNvPr id="8" name="rule-copy-1">
            <a:extLst xmlns:a="http://schemas.openxmlformats.org/drawingml/2006/main">
              <a:ext uri="{FF2B5EF4-FFF2-40B4-BE49-F238E27FC236}">
                <a16:creationId xmlns:a16="http://schemas.microsoft.com/office/drawing/2014/main" id="{9218A237-31A0-436D-B1E1-C25D3E40D7DD}"/>
              </a:ext>
            </a:extLst>
          </p:cNvPr>
          <p:cNvSpPr>
            <a:spLocks xmlns:a="http://schemas.openxmlformats.org/drawingml/2006/main" noGrp="1"/>
          </p:cNvSpPr>
          <p:nvPr/>
        </p:nvSpPr>
        <p:spPr>
          <a:xfrm xmlns:a="http://schemas.openxmlformats.org/drawingml/2006/main">
            <a:off x="4381500" y="307657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자료가 부족하면 거짓이라고 단정하지 않습니다.</a:t>
            </a:r>
          </a:p>
        </p:txBody>
      </p:sp>
      <p:sp>
        <p:nvSpPr>
          <p:cNvPr id="9" name="rule-divider-1">
            <a:extLst xmlns:a="http://schemas.openxmlformats.org/drawingml/2006/main">
              <a:ext uri="{FF2B5EF4-FFF2-40B4-BE49-F238E27FC236}">
                <a16:creationId xmlns:a16="http://schemas.microsoft.com/office/drawing/2014/main" id="{9603BFC3-242F-4E47-838B-8A2EF98473E2}"/>
              </a:ext>
            </a:extLst>
          </p:cNvPr>
          <p:cNvSpPr>
            <a:spLocks xmlns:a="http://schemas.openxmlformats.org/drawingml/2006/main" noGrp="1"/>
          </p:cNvSpPr>
          <p:nvPr/>
        </p:nvSpPr>
        <p:spPr>
          <a:xfrm xmlns:a="http://schemas.openxmlformats.org/drawingml/2006/main">
            <a:off x="1714500" y="3943350"/>
            <a:ext cx="962025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10" name="rule-number-2">
            <a:extLst xmlns:a="http://schemas.openxmlformats.org/drawingml/2006/main">
              <a:ext uri="{FF2B5EF4-FFF2-40B4-BE49-F238E27FC236}">
                <a16:creationId xmlns:a16="http://schemas.microsoft.com/office/drawing/2014/main" id="{04C75DBC-A6D8-415E-8EE4-882C62E41648}"/>
              </a:ext>
            </a:extLst>
          </p:cNvPr>
          <p:cNvSpPr>
            <a:spLocks xmlns:a="http://schemas.openxmlformats.org/drawingml/2006/main" noGrp="1"/>
          </p:cNvSpPr>
          <p:nvPr/>
        </p:nvSpPr>
        <p:spPr>
          <a:xfrm xmlns:a="http://schemas.openxmlformats.org/drawingml/2006/main">
            <a:off x="800100" y="4305300"/>
            <a:ext cx="781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398259"/>
                </a:solidFill>
                <a:latin typeface="Malgun Gothic"/>
                <a:ea typeface="Malgun Gothic"/>
                <a:cs typeface="Malgun Gothic"/>
              </a:defRPr>
            </a:defPPr>
          </a:lstStyle>
          <a:p xmlns:a="http://schemas.openxmlformats.org/drawingml/2006/main">
            <a:pPr algn="l">
              <a:defRPr sz="2550" b="1">
                <a:solidFill>
                  <a:srgbClr val="398259"/>
                </a:solidFill>
                <a:latin typeface="Malgun Gothic"/>
                <a:ea typeface="Malgun Gothic"/>
                <a:cs typeface="Malgun Gothic"/>
              </a:defRPr>
            </a:pPr>
            <a:r>
              <a:rPr sz="2550" b="1">
                <a:solidFill>
                  <a:srgbClr val="398259"/>
                </a:solidFill>
                <a:latin typeface="Malgun Gothic"/>
                <a:ea typeface="Malgun Gothic"/>
                <a:cs typeface="Malgun Gothic"/>
              </a:rPr>
              <a:t>03</a:t>
            </a:r>
          </a:p>
        </p:txBody>
      </p:sp>
      <p:sp>
        <p:nvSpPr>
          <p:cNvPr id="11" name="rule-heading-2">
            <a:extLst xmlns:a="http://schemas.openxmlformats.org/drawingml/2006/main">
              <a:ext uri="{FF2B5EF4-FFF2-40B4-BE49-F238E27FC236}">
                <a16:creationId xmlns:a16="http://schemas.microsoft.com/office/drawing/2014/main" id="{C5D24CD5-CFE8-40B7-B9AC-4859F6520C29}"/>
              </a:ext>
            </a:extLst>
          </p:cNvPr>
          <p:cNvSpPr>
            <a:spLocks xmlns:a="http://schemas.openxmlformats.org/drawingml/2006/main" noGrp="1"/>
          </p:cNvSpPr>
          <p:nvPr/>
        </p:nvSpPr>
        <p:spPr>
          <a:xfrm xmlns:a="http://schemas.openxmlformats.org/drawingml/2006/main">
            <a:off x="1714500" y="431482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233"/>
                </a:solidFill>
                <a:latin typeface="Malgun Gothic"/>
                <a:ea typeface="Malgun Gothic"/>
                <a:cs typeface="Malgun Gothic"/>
              </a:defRPr>
            </a:defPPr>
          </a:lstStyle>
          <a:p xmlns:a="http://schemas.openxmlformats.org/drawingml/2006/main">
            <a:pPr algn="l">
              <a:defRPr sz="2025" b="1">
                <a:solidFill>
                  <a:srgbClr val="172233"/>
                </a:solidFill>
                <a:latin typeface="Malgun Gothic"/>
                <a:ea typeface="Malgun Gothic"/>
                <a:cs typeface="Malgun Gothic"/>
              </a:defRPr>
            </a:pPr>
            <a:r>
              <a:rPr sz="2025" b="1">
                <a:solidFill>
                  <a:srgbClr val="172233"/>
                </a:solidFill>
                <a:latin typeface="Malgun Gothic"/>
                <a:ea typeface="Malgun Gothic"/>
                <a:cs typeface="Malgun Gothic"/>
              </a:rPr>
              <a:t>검증 범위</a:t>
            </a:r>
          </a:p>
        </p:txBody>
      </p:sp>
      <p:sp>
        <p:nvSpPr>
          <p:cNvPr id="12" name="rule-copy-2">
            <a:extLst xmlns:a="http://schemas.openxmlformats.org/drawingml/2006/main">
              <a:ext uri="{FF2B5EF4-FFF2-40B4-BE49-F238E27FC236}">
                <a16:creationId xmlns:a16="http://schemas.microsoft.com/office/drawing/2014/main" id="{D569E7EB-D261-4A20-9DF2-FA1D345FBDFD}"/>
              </a:ext>
            </a:extLst>
          </p:cNvPr>
          <p:cNvSpPr>
            <a:spLocks xmlns:a="http://schemas.openxmlformats.org/drawingml/2006/main" noGrp="1"/>
          </p:cNvSpPr>
          <p:nvPr/>
        </p:nvSpPr>
        <p:spPr>
          <a:xfrm xmlns:a="http://schemas.openxmlformats.org/drawingml/2006/main">
            <a:off x="4381500" y="433387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536275"/>
                </a:solidFill>
                <a:latin typeface="Malgun Gothic"/>
                <a:ea typeface="Malgun Gothic"/>
                <a:cs typeface="Malgun Gothic"/>
              </a:defRPr>
            </a:defPPr>
          </a:lstStyle>
          <a:p xmlns:a="http://schemas.openxmlformats.org/drawingml/2006/main">
            <a:pPr algn="l">
              <a:defRPr sz="1725" b="0">
                <a:solidFill>
                  <a:srgbClr val="536275"/>
                </a:solidFill>
                <a:latin typeface="Malgun Gothic"/>
                <a:ea typeface="Malgun Gothic"/>
                <a:cs typeface="Malgun Gothic"/>
              </a:defRPr>
            </a:pPr>
            <a:r>
              <a:rPr sz="1725" b="0">
                <a:solidFill>
                  <a:srgbClr val="536275"/>
                </a:solidFill>
                <a:latin typeface="Malgun Gothic"/>
                <a:ea typeface="Malgun Gothic"/>
                <a:cs typeface="Malgun Gothic"/>
              </a:rPr>
              <a:t>의견·예측과 참고용 YouTube 맥락을 구분합니다.</a:t>
            </a:r>
          </a:p>
        </p:txBody>
      </p:sp>
    </p:spTree>
    <p:extLst>
      <p:ext uri="{BB962C8B-B14F-4D97-AF65-F5344CB8AC3E}">
        <p14:creationId xmlns:p14="http://schemas.microsoft.com/office/powerpoint/2010/main" val="475842656"/>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B50218F-86A8-4346-AF58-AEC347A61228}"/>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배포·검증·저장은 각각 확인합니다</a:t>
            </a:r>
          </a:p>
        </p:txBody>
      </p:sp>
      <p:sp>
        <p:nvSpPr>
          <p:cNvPr id="2" name="ops-title-0">
            <a:extLst xmlns:a="http://schemas.openxmlformats.org/drawingml/2006/main">
              <a:ext uri="{FF2B5EF4-FFF2-40B4-BE49-F238E27FC236}">
                <a16:creationId xmlns:a16="http://schemas.microsoft.com/office/drawing/2014/main" id="{D681A518-4707-40BA-9F58-5B8F5B82984B}"/>
              </a:ext>
            </a:extLst>
          </p:cNvPr>
          <p:cNvSpPr>
            <a:spLocks xmlns:a="http://schemas.openxmlformats.org/drawingml/2006/main" noGrp="1"/>
          </p:cNvSpPr>
          <p:nvPr/>
        </p:nvSpPr>
        <p:spPr>
          <a:xfrm xmlns:a="http://schemas.openxmlformats.org/drawingml/2006/main">
            <a:off x="742950" y="19240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3D79C5"/>
                </a:solidFill>
                <a:latin typeface="Malgun Gothic"/>
                <a:ea typeface="Malgun Gothic"/>
                <a:cs typeface="Malgun Gothic"/>
              </a:defRPr>
            </a:defPPr>
          </a:lstStyle>
          <a:p xmlns:a="http://schemas.openxmlformats.org/drawingml/2006/main">
            <a:pPr algn="l">
              <a:defRPr sz="2250" b="1">
                <a:solidFill>
                  <a:srgbClr val="3D79C5"/>
                </a:solidFill>
                <a:latin typeface="Malgun Gothic"/>
                <a:ea typeface="Malgun Gothic"/>
                <a:cs typeface="Malgun Gothic"/>
              </a:defRPr>
            </a:pPr>
            <a:r>
              <a:rPr sz="2250" b="1">
                <a:solidFill>
                  <a:srgbClr val="3D79C5"/>
                </a:solidFill>
                <a:latin typeface="Malgun Gothic"/>
                <a:ea typeface="Malgun Gothic"/>
                <a:cs typeface="Malgun Gothic"/>
              </a:rPr>
              <a:t>배포</a:t>
            </a:r>
          </a:p>
        </p:txBody>
      </p:sp>
      <p:sp>
        <p:nvSpPr>
          <p:cNvPr id="3" name="ops-body-0">
            <a:extLst xmlns:a="http://schemas.openxmlformats.org/drawingml/2006/main">
              <a:ext uri="{FF2B5EF4-FFF2-40B4-BE49-F238E27FC236}">
                <a16:creationId xmlns:a16="http://schemas.microsoft.com/office/drawing/2014/main" id="{28FF3DCC-EA1B-4A3D-B2A2-477D935414D6}"/>
              </a:ext>
            </a:extLst>
          </p:cNvPr>
          <p:cNvSpPr>
            <a:spLocks xmlns:a="http://schemas.openxmlformats.org/drawingml/2006/main" noGrp="1"/>
          </p:cNvSpPr>
          <p:nvPr/>
        </p:nvSpPr>
        <p:spPr>
          <a:xfrm xmlns:a="http://schemas.openxmlformats.org/drawingml/2006/main">
            <a:off x="742950" y="2609850"/>
            <a:ext cx="30480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Vercel</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Next.js 화면과 프록시</a:t>
            </a:r>
          </a:p>
          <a:p xmlns:a="http://schemas.openxmlformats.org/drawingml/2006/main">
            <a:r>
              <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Render</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FastAPI와 PostgreSQL</a:t>
            </a:r>
          </a:p>
        </p:txBody>
      </p:sp>
      <p:sp>
        <p:nvSpPr>
          <p:cNvPr id="4" name="ops-title-1">
            <a:extLst xmlns:a="http://schemas.openxmlformats.org/drawingml/2006/main">
              <a:ext uri="{FF2B5EF4-FFF2-40B4-BE49-F238E27FC236}">
                <a16:creationId xmlns:a16="http://schemas.microsoft.com/office/drawing/2014/main" id="{86A1BDEB-8808-469E-9F78-52770AF59435}"/>
              </a:ext>
            </a:extLst>
          </p:cNvPr>
          <p:cNvSpPr>
            <a:spLocks xmlns:a="http://schemas.openxmlformats.org/drawingml/2006/main" noGrp="1"/>
          </p:cNvSpPr>
          <p:nvPr/>
        </p:nvSpPr>
        <p:spPr>
          <a:xfrm xmlns:a="http://schemas.openxmlformats.org/drawingml/2006/main">
            <a:off x="4476750" y="19240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398259"/>
                </a:solidFill>
                <a:latin typeface="Malgun Gothic"/>
                <a:ea typeface="Malgun Gothic"/>
                <a:cs typeface="Malgun Gothic"/>
              </a:defRPr>
            </a:defPPr>
          </a:lstStyle>
          <a:p xmlns:a="http://schemas.openxmlformats.org/drawingml/2006/main">
            <a:pPr algn="l">
              <a:defRPr sz="2250" b="1">
                <a:solidFill>
                  <a:srgbClr val="398259"/>
                </a:solidFill>
                <a:latin typeface="Malgun Gothic"/>
                <a:ea typeface="Malgun Gothic"/>
                <a:cs typeface="Malgun Gothic"/>
              </a:defRPr>
            </a:pPr>
            <a:r>
              <a:rPr sz="2250" b="1">
                <a:solidFill>
                  <a:srgbClr val="398259"/>
                </a:solidFill>
                <a:latin typeface="Malgun Gothic"/>
                <a:ea typeface="Malgun Gothic"/>
                <a:cs typeface="Malgun Gothic"/>
              </a:rPr>
              <a:t>자동 검사</a:t>
            </a:r>
          </a:p>
        </p:txBody>
      </p:sp>
      <p:sp>
        <p:nvSpPr>
          <p:cNvPr id="5" name="ops-body-1">
            <a:extLst xmlns:a="http://schemas.openxmlformats.org/drawingml/2006/main">
              <a:ext uri="{FF2B5EF4-FFF2-40B4-BE49-F238E27FC236}">
                <a16:creationId xmlns:a16="http://schemas.microsoft.com/office/drawing/2014/main" id="{662100A1-4434-4D77-B276-04624D59E463}"/>
              </a:ext>
            </a:extLst>
          </p:cNvPr>
          <p:cNvSpPr>
            <a:spLocks xmlns:a="http://schemas.openxmlformats.org/drawingml/2006/main" noGrp="1"/>
          </p:cNvSpPr>
          <p:nvPr/>
        </p:nvSpPr>
        <p:spPr>
          <a:xfrm xmlns:a="http://schemas.openxmlformats.org/drawingml/2006/main">
            <a:off x="4476750" y="2609850"/>
            <a:ext cx="30480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프론트엔드 테스트·타입·빌드</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백엔드 테스트</a:t>
            </a:r>
          </a:p>
          <a:p xmlns:a="http://schemas.openxmlformats.org/drawingml/2006/main">
            <a:r>
              <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외부 모델과 검색은 별도 QA</a:t>
            </a:r>
          </a:p>
        </p:txBody>
      </p:sp>
      <p:sp>
        <p:nvSpPr>
          <p:cNvPr id="6" name="ops-title-2">
            <a:extLst xmlns:a="http://schemas.openxmlformats.org/drawingml/2006/main">
              <a:ext uri="{FF2B5EF4-FFF2-40B4-BE49-F238E27FC236}">
                <a16:creationId xmlns:a16="http://schemas.microsoft.com/office/drawing/2014/main" id="{9A533512-C8D8-4449-9076-A626B35F9F99}"/>
              </a:ext>
            </a:extLst>
          </p:cNvPr>
          <p:cNvSpPr>
            <a:spLocks xmlns:a="http://schemas.openxmlformats.org/drawingml/2006/main" noGrp="1"/>
          </p:cNvSpPr>
          <p:nvPr/>
        </p:nvSpPr>
        <p:spPr>
          <a:xfrm xmlns:a="http://schemas.openxmlformats.org/drawingml/2006/main">
            <a:off x="8210550" y="19240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B48217"/>
                </a:solidFill>
                <a:latin typeface="Malgun Gothic"/>
                <a:ea typeface="Malgun Gothic"/>
                <a:cs typeface="Malgun Gothic"/>
              </a:defRPr>
            </a:defPPr>
          </a:lstStyle>
          <a:p xmlns:a="http://schemas.openxmlformats.org/drawingml/2006/main">
            <a:pPr algn="l">
              <a:defRPr sz="2250" b="1">
                <a:solidFill>
                  <a:srgbClr val="B48217"/>
                </a:solidFill>
                <a:latin typeface="Malgun Gothic"/>
                <a:ea typeface="Malgun Gothic"/>
                <a:cs typeface="Malgun Gothic"/>
              </a:defRPr>
            </a:pPr>
            <a:r>
              <a:rPr sz="2250" b="1">
                <a:solidFill>
                  <a:srgbClr val="B48217"/>
                </a:solidFill>
                <a:latin typeface="Malgun Gothic"/>
                <a:ea typeface="Malgun Gothic"/>
                <a:cs typeface="Malgun Gothic"/>
              </a:rPr>
              <a:t>동의와 저장</a:t>
            </a:r>
          </a:p>
        </p:txBody>
      </p:sp>
      <p:sp>
        <p:nvSpPr>
          <p:cNvPr id="7" name="ops-body-2">
            <a:extLst xmlns:a="http://schemas.openxmlformats.org/drawingml/2006/main">
              <a:ext uri="{FF2B5EF4-FFF2-40B4-BE49-F238E27FC236}">
                <a16:creationId xmlns:a16="http://schemas.microsoft.com/office/drawing/2014/main" id="{66FC7CCE-8FB0-4295-886D-0C5D89C1C1F2}"/>
              </a:ext>
            </a:extLst>
          </p:cNvPr>
          <p:cNvSpPr>
            <a:spLocks xmlns:a="http://schemas.openxmlformats.org/drawingml/2006/main" noGrp="1"/>
          </p:cNvSpPr>
          <p:nvPr/>
        </p:nvSpPr>
        <p:spPr>
          <a:xfrm xmlns:a="http://schemas.openxmlformats.org/drawingml/2006/main">
            <a:off x="8210550" y="2609850"/>
            <a:ext cx="30480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외부 전송 동의와</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대화 저장 동의는 별개</a:t>
            </a:r>
          </a:p>
          <a:p xmlns:a="http://schemas.openxmlformats.org/drawingml/2006/main">
            <a:r>
              <a:t/>
            </a:r>
          </a:p>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저장은 별도 선택</a:t>
            </a:r>
          </a:p>
        </p:txBody>
      </p:sp>
      <p:sp>
        <p:nvSpPr>
          <p:cNvPr id="8" name="ops-divider-1">
            <a:extLst xmlns:a="http://schemas.openxmlformats.org/drawingml/2006/main">
              <a:ext uri="{FF2B5EF4-FFF2-40B4-BE49-F238E27FC236}">
                <a16:creationId xmlns:a16="http://schemas.microsoft.com/office/drawing/2014/main" id="{E468A493-C503-481D-9212-26B2268A5F16}"/>
              </a:ext>
            </a:extLst>
          </p:cNvPr>
          <p:cNvSpPr>
            <a:spLocks xmlns:a="http://schemas.openxmlformats.org/drawingml/2006/main" noGrp="1"/>
          </p:cNvSpPr>
          <p:nvPr/>
        </p:nvSpPr>
        <p:spPr>
          <a:xfrm xmlns:a="http://schemas.openxmlformats.org/drawingml/2006/main">
            <a:off x="4057650" y="1866900"/>
            <a:ext cx="0" cy="272415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9" name="ops-divider-2">
            <a:extLst xmlns:a="http://schemas.openxmlformats.org/drawingml/2006/main">
              <a:ext uri="{FF2B5EF4-FFF2-40B4-BE49-F238E27FC236}">
                <a16:creationId xmlns:a16="http://schemas.microsoft.com/office/drawing/2014/main" id="{3D0BFAF3-B2BB-421B-974D-6D75E68372B3}"/>
              </a:ext>
            </a:extLst>
          </p:cNvPr>
          <p:cNvSpPr>
            <a:spLocks xmlns:a="http://schemas.openxmlformats.org/drawingml/2006/main" noGrp="1"/>
          </p:cNvSpPr>
          <p:nvPr/>
        </p:nvSpPr>
        <p:spPr>
          <a:xfrm xmlns:a="http://schemas.openxmlformats.org/drawingml/2006/main">
            <a:off x="7791450" y="1866900"/>
            <a:ext cx="0" cy="272415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10" name="ops-caveat">
            <a:extLst xmlns:a="http://schemas.openxmlformats.org/drawingml/2006/main">
              <a:ext uri="{FF2B5EF4-FFF2-40B4-BE49-F238E27FC236}">
                <a16:creationId xmlns:a16="http://schemas.microsoft.com/office/drawing/2014/main" id="{4746826D-80AB-405D-8533-00E3C57E2FE6}"/>
              </a:ext>
            </a:extLst>
          </p:cNvPr>
          <p:cNvSpPr>
            <a:spLocks xmlns:a="http://schemas.openxmlformats.org/drawingml/2006/main" noGrp="1"/>
          </p:cNvSpPr>
          <p:nvPr/>
        </p:nvSpPr>
        <p:spPr>
          <a:xfrm xmlns:a="http://schemas.openxmlformats.org/drawingml/2006/main">
            <a:off x="762000" y="51054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233"/>
                </a:solidFill>
                <a:latin typeface="Malgun Gothic"/>
                <a:ea typeface="Malgun Gothic"/>
                <a:cs typeface="Malgun Gothic"/>
              </a:defRPr>
            </a:defPPr>
          </a:lstStyle>
          <a:p xmlns:a="http://schemas.openxmlformats.org/drawingml/2006/main">
            <a:pPr algn="l">
              <a:defRPr sz="1800" b="1">
                <a:solidFill>
                  <a:srgbClr val="172233"/>
                </a:solidFill>
                <a:latin typeface="Malgun Gothic"/>
                <a:ea typeface="Malgun Gothic"/>
                <a:cs typeface="Malgun Gothic"/>
              </a:defRPr>
            </a:pPr>
            <a:r>
              <a:rPr sz="1800" b="1">
                <a:solidFill>
                  <a:srgbClr val="172233"/>
                </a:solidFill>
                <a:latin typeface="Malgun Gothic"/>
                <a:ea typeface="Malgun Gothic"/>
                <a:cs typeface="Malgun Gothic"/>
              </a:rPr>
              <a:t>자동 검사 통과가 실제 외부 연결과 전체 저장·복원 검증을 뜻하지는 않습니다.</a:t>
            </a:r>
          </a:p>
        </p:txBody>
      </p:sp>
    </p:spTree>
    <p:extLst>
      <p:ext uri="{BB962C8B-B14F-4D97-AF65-F5344CB8AC3E}">
        <p14:creationId xmlns:p14="http://schemas.microsoft.com/office/powerpoint/2010/main" val="7892110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546B4F1-A42E-47DE-B172-86D983EA284D}"/>
              </a:ext>
            </a:extLst>
          </p:cNvPr>
          <p:cNvSpPr>
            <a:spLocks xmlns:a="http://schemas.openxmlformats.org/drawingml/2006/main" noGrp="1"/>
          </p:cNvSpPr>
          <p:nvPr/>
        </p:nvSpPr>
        <p:spPr>
          <a:xfrm xmlns:a="http://schemas.openxmlformats.org/drawingml/2006/main">
            <a:off x="685800" y="4381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72233"/>
                </a:solidFill>
                <a:latin typeface="Malgun Gothic"/>
                <a:ea typeface="Malgun Gothic"/>
                <a:cs typeface="Malgun Gothic"/>
              </a:defRPr>
            </a:defPPr>
          </a:lstStyle>
          <a:p xmlns:a="http://schemas.openxmlformats.org/drawingml/2006/main">
            <a:pPr algn="l">
              <a:defRPr sz="3300" b="1">
                <a:solidFill>
                  <a:srgbClr val="172233"/>
                </a:solidFill>
                <a:latin typeface="Malgun Gothic"/>
                <a:ea typeface="Malgun Gothic"/>
                <a:cs typeface="Malgun Gothic"/>
              </a:defRPr>
            </a:pPr>
            <a:r>
              <a:rPr sz="3300" b="1">
                <a:solidFill>
                  <a:srgbClr val="172233"/>
                </a:solidFill>
                <a:latin typeface="Malgun Gothic"/>
                <a:ea typeface="Malgun Gothic"/>
                <a:cs typeface="Malgun Gothic"/>
              </a:rPr>
              <a:t>시연에서 확인할 질문</a:t>
            </a:r>
          </a:p>
        </p:txBody>
      </p:sp>
      <p:sp>
        <p:nvSpPr>
          <p:cNvPr id="2" name="slide-subtitle">
            <a:extLst xmlns:a="http://schemas.openxmlformats.org/drawingml/2006/main">
              <a:ext uri="{FF2B5EF4-FFF2-40B4-BE49-F238E27FC236}">
                <a16:creationId xmlns:a16="http://schemas.microsoft.com/office/drawing/2014/main" id="{CFCB2FF3-8D17-4C2E-A13A-CFE23634E66C}"/>
              </a:ext>
            </a:extLst>
          </p:cNvPr>
          <p:cNvSpPr>
            <a:spLocks xmlns:a="http://schemas.openxmlformats.org/drawingml/2006/main" noGrp="1"/>
          </p:cNvSpPr>
          <p:nvPr/>
        </p:nvSpPr>
        <p:spPr>
          <a:xfrm xmlns:a="http://schemas.openxmlformats.org/drawingml/2006/main">
            <a:off x="723900" y="10668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36275"/>
                </a:solidFill>
                <a:latin typeface="Malgun Gothic"/>
                <a:ea typeface="Malgun Gothic"/>
                <a:cs typeface="Malgun Gothic"/>
              </a:defRPr>
            </a:defPPr>
          </a:lstStyle>
          <a:p xmlns:a="http://schemas.openxmlformats.org/drawingml/2006/main">
            <a:pPr algn="l">
              <a:defRPr sz="1875" b="0">
                <a:solidFill>
                  <a:srgbClr val="536275"/>
                </a:solidFill>
                <a:latin typeface="Malgun Gothic"/>
                <a:ea typeface="Malgun Gothic"/>
                <a:cs typeface="Malgun Gothic"/>
              </a:defRPr>
            </a:pPr>
            <a:r>
              <a:rPr sz="1875" b="0">
                <a:solidFill>
                  <a:srgbClr val="536275"/>
                </a:solidFill>
                <a:latin typeface="Malgun Gothic"/>
                <a:ea typeface="Malgun Gothic"/>
                <a:cs typeface="Malgun Gothic"/>
              </a:rPr>
              <a:t>질문 입력부터 판정과 원문 출처까지 함께 봅니다.</a:t>
            </a:r>
          </a:p>
        </p:txBody>
      </p:sp>
      <p:sp>
        <p:nvSpPr>
          <p:cNvPr id="3" name="demo-category-0">
            <a:extLst xmlns:a="http://schemas.openxmlformats.org/drawingml/2006/main">
              <a:ext uri="{FF2B5EF4-FFF2-40B4-BE49-F238E27FC236}">
                <a16:creationId xmlns:a16="http://schemas.microsoft.com/office/drawing/2014/main" id="{77351FFB-F1D7-4495-9542-CD84A1241A4A}"/>
              </a:ext>
            </a:extLst>
          </p:cNvPr>
          <p:cNvSpPr>
            <a:spLocks xmlns:a="http://schemas.openxmlformats.org/drawingml/2006/main" noGrp="1"/>
          </p:cNvSpPr>
          <p:nvPr/>
        </p:nvSpPr>
        <p:spPr>
          <a:xfrm xmlns:a="http://schemas.openxmlformats.org/drawingml/2006/main">
            <a:off x="781050" y="16764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398259"/>
                </a:solidFill>
                <a:latin typeface="Malgun Gothic"/>
                <a:ea typeface="Malgun Gothic"/>
                <a:cs typeface="Malgun Gothic"/>
              </a:defRPr>
            </a:defPPr>
          </a:lstStyle>
          <a:p xmlns:a="http://schemas.openxmlformats.org/drawingml/2006/main">
            <a:pPr algn="l">
              <a:defRPr sz="1650" b="1">
                <a:solidFill>
                  <a:srgbClr val="398259"/>
                </a:solidFill>
                <a:latin typeface="Malgun Gothic"/>
                <a:ea typeface="Malgun Gothic"/>
                <a:cs typeface="Malgun Gothic"/>
              </a:defRPr>
            </a:pPr>
            <a:r>
              <a:rPr sz="1650" b="1">
                <a:solidFill>
                  <a:srgbClr val="398259"/>
                </a:solidFill>
                <a:latin typeface="Malgun Gothic"/>
                <a:ea typeface="Malgun Gothic"/>
                <a:cs typeface="Malgun Gothic"/>
              </a:rPr>
              <a:t>음모론·거짓 주장</a:t>
            </a:r>
          </a:p>
        </p:txBody>
      </p:sp>
      <p:sp>
        <p:nvSpPr>
          <p:cNvPr id="4" name="demo-example-0">
            <a:extLst xmlns:a="http://schemas.openxmlformats.org/drawingml/2006/main">
              <a:ext uri="{FF2B5EF4-FFF2-40B4-BE49-F238E27FC236}">
                <a16:creationId xmlns:a16="http://schemas.microsoft.com/office/drawing/2014/main" id="{99A26D72-1C38-41D6-86EF-3969565DFAAC}"/>
              </a:ext>
            </a:extLst>
          </p:cNvPr>
          <p:cNvSpPr>
            <a:spLocks xmlns:a="http://schemas.openxmlformats.org/drawingml/2006/main" noGrp="1"/>
          </p:cNvSpPr>
          <p:nvPr/>
        </p:nvSpPr>
        <p:spPr>
          <a:xfrm xmlns:a="http://schemas.openxmlformats.org/drawingml/2006/main">
            <a:off x="3429000" y="16764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저커버그는 랩틸리언? · 지구는 평평한가?</a:t>
            </a:r>
          </a:p>
        </p:txBody>
      </p:sp>
      <p:sp>
        <p:nvSpPr>
          <p:cNvPr id="5" name="demo-divider-0">
            <a:extLst xmlns:a="http://schemas.openxmlformats.org/drawingml/2006/main">
              <a:ext uri="{FF2B5EF4-FFF2-40B4-BE49-F238E27FC236}">
                <a16:creationId xmlns:a16="http://schemas.microsoft.com/office/drawing/2014/main" id="{BC271241-E579-47A2-A1A4-7941FED677A6}"/>
              </a:ext>
            </a:extLst>
          </p:cNvPr>
          <p:cNvSpPr>
            <a:spLocks xmlns:a="http://schemas.openxmlformats.org/drawingml/2006/main" noGrp="1"/>
          </p:cNvSpPr>
          <p:nvPr/>
        </p:nvSpPr>
        <p:spPr>
          <a:xfrm xmlns:a="http://schemas.openxmlformats.org/drawingml/2006/main">
            <a:off x="781050" y="2247900"/>
            <a:ext cx="1074420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6" name="demo-category-1">
            <a:extLst xmlns:a="http://schemas.openxmlformats.org/drawingml/2006/main">
              <a:ext uri="{FF2B5EF4-FFF2-40B4-BE49-F238E27FC236}">
                <a16:creationId xmlns:a16="http://schemas.microsoft.com/office/drawing/2014/main" id="{23EA718A-7159-4079-BB4F-B103C6E0693C}"/>
              </a:ext>
            </a:extLst>
          </p:cNvPr>
          <p:cNvSpPr>
            <a:spLocks xmlns:a="http://schemas.openxmlformats.org/drawingml/2006/main" noGrp="1"/>
          </p:cNvSpPr>
          <p:nvPr/>
        </p:nvSpPr>
        <p:spPr>
          <a:xfrm xmlns:a="http://schemas.openxmlformats.org/drawingml/2006/main">
            <a:off x="781050" y="24193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398259"/>
                </a:solidFill>
                <a:latin typeface="Malgun Gothic"/>
                <a:ea typeface="Malgun Gothic"/>
                <a:cs typeface="Malgun Gothic"/>
              </a:defRPr>
            </a:defPPr>
          </a:lstStyle>
          <a:p xmlns:a="http://schemas.openxmlformats.org/drawingml/2006/main">
            <a:pPr algn="l">
              <a:defRPr sz="1650" b="1">
                <a:solidFill>
                  <a:srgbClr val="398259"/>
                </a:solidFill>
                <a:latin typeface="Malgun Gothic"/>
                <a:ea typeface="Malgun Gothic"/>
                <a:cs typeface="Malgun Gothic"/>
              </a:defRPr>
            </a:pPr>
            <a:r>
              <a:rPr sz="1650" b="1">
                <a:solidFill>
                  <a:srgbClr val="398259"/>
                </a:solidFill>
                <a:latin typeface="Malgun Gothic"/>
                <a:ea typeface="Malgun Gothic"/>
                <a:cs typeface="Malgun Gothic"/>
              </a:rPr>
              <a:t>수치·인물 사실</a:t>
            </a:r>
          </a:p>
        </p:txBody>
      </p:sp>
      <p:sp>
        <p:nvSpPr>
          <p:cNvPr id="7" name="demo-example-1">
            <a:extLst xmlns:a="http://schemas.openxmlformats.org/drawingml/2006/main">
              <a:ext uri="{FF2B5EF4-FFF2-40B4-BE49-F238E27FC236}">
                <a16:creationId xmlns:a16="http://schemas.microsoft.com/office/drawing/2014/main" id="{A070E620-160C-41A5-BC3A-6B3366E4377D}"/>
              </a:ext>
            </a:extLst>
          </p:cNvPr>
          <p:cNvSpPr>
            <a:spLocks xmlns:a="http://schemas.openxmlformats.org/drawingml/2006/main" noGrp="1"/>
          </p:cNvSpPr>
          <p:nvPr/>
        </p:nvSpPr>
        <p:spPr>
          <a:xfrm xmlns:a="http://schemas.openxmlformats.org/drawingml/2006/main">
            <a:off x="3429000" y="24193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2024 출산율 0.75명? · 김연아 2010년 금메달?</a:t>
            </a:r>
          </a:p>
        </p:txBody>
      </p:sp>
      <p:sp>
        <p:nvSpPr>
          <p:cNvPr id="8" name="demo-divider-1">
            <a:extLst xmlns:a="http://schemas.openxmlformats.org/drawingml/2006/main">
              <a:ext uri="{FF2B5EF4-FFF2-40B4-BE49-F238E27FC236}">
                <a16:creationId xmlns:a16="http://schemas.microsoft.com/office/drawing/2014/main" id="{B99DE1DC-451D-49E5-885D-2CCFDF1C0D1B}"/>
              </a:ext>
            </a:extLst>
          </p:cNvPr>
          <p:cNvSpPr>
            <a:spLocks xmlns:a="http://schemas.openxmlformats.org/drawingml/2006/main" noGrp="1"/>
          </p:cNvSpPr>
          <p:nvPr/>
        </p:nvSpPr>
        <p:spPr>
          <a:xfrm xmlns:a="http://schemas.openxmlformats.org/drawingml/2006/main">
            <a:off x="781050" y="2990850"/>
            <a:ext cx="1074420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9" name="demo-category-2">
            <a:extLst xmlns:a="http://schemas.openxmlformats.org/drawingml/2006/main">
              <a:ext uri="{FF2B5EF4-FFF2-40B4-BE49-F238E27FC236}">
                <a16:creationId xmlns:a16="http://schemas.microsoft.com/office/drawing/2014/main" id="{CC873C0E-90B9-4A7A-B039-0C368799642B}"/>
              </a:ext>
            </a:extLst>
          </p:cNvPr>
          <p:cNvSpPr>
            <a:spLocks xmlns:a="http://schemas.openxmlformats.org/drawingml/2006/main" noGrp="1"/>
          </p:cNvSpPr>
          <p:nvPr/>
        </p:nvSpPr>
        <p:spPr>
          <a:xfrm xmlns:a="http://schemas.openxmlformats.org/drawingml/2006/main">
            <a:off x="781050" y="31623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398259"/>
                </a:solidFill>
                <a:latin typeface="Malgun Gothic"/>
                <a:ea typeface="Malgun Gothic"/>
                <a:cs typeface="Malgun Gothic"/>
              </a:defRPr>
            </a:defPPr>
          </a:lstStyle>
          <a:p xmlns:a="http://schemas.openxmlformats.org/drawingml/2006/main">
            <a:pPr algn="l">
              <a:defRPr sz="1650" b="1">
                <a:solidFill>
                  <a:srgbClr val="398259"/>
                </a:solidFill>
                <a:latin typeface="Malgun Gothic"/>
                <a:ea typeface="Malgun Gothic"/>
                <a:cs typeface="Malgun Gothic"/>
              </a:defRPr>
            </a:pPr>
            <a:r>
              <a:rPr sz="1650" b="1">
                <a:solidFill>
                  <a:srgbClr val="398259"/>
                </a:solidFill>
                <a:latin typeface="Malgun Gothic"/>
                <a:ea typeface="Malgun Gothic"/>
                <a:cs typeface="Malgun Gothic"/>
              </a:rPr>
              <a:t>예측</a:t>
            </a:r>
          </a:p>
        </p:txBody>
      </p:sp>
      <p:sp>
        <p:nvSpPr>
          <p:cNvPr id="10" name="demo-example-2">
            <a:extLst xmlns:a="http://schemas.openxmlformats.org/drawingml/2006/main">
              <a:ext uri="{FF2B5EF4-FFF2-40B4-BE49-F238E27FC236}">
                <a16:creationId xmlns:a16="http://schemas.microsoft.com/office/drawing/2014/main" id="{81A42209-65B3-40C3-BB6E-CA4A0D927B4D}"/>
              </a:ext>
            </a:extLst>
          </p:cNvPr>
          <p:cNvSpPr>
            <a:spLocks xmlns:a="http://schemas.openxmlformats.org/drawingml/2006/main" noGrp="1"/>
          </p:cNvSpPr>
          <p:nvPr/>
        </p:nvSpPr>
        <p:spPr>
          <a:xfrm xmlns:a="http://schemas.openxmlformats.org/drawingml/2006/main">
            <a:off x="3429000" y="31623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내일 로또 1등 번호?</a:t>
            </a:r>
          </a:p>
        </p:txBody>
      </p:sp>
      <p:sp>
        <p:nvSpPr>
          <p:cNvPr id="11" name="demo-divider-2">
            <a:extLst xmlns:a="http://schemas.openxmlformats.org/drawingml/2006/main">
              <a:ext uri="{FF2B5EF4-FFF2-40B4-BE49-F238E27FC236}">
                <a16:creationId xmlns:a16="http://schemas.microsoft.com/office/drawing/2014/main" id="{8321D49E-6BAA-4766-AA1C-C72104844EB0}"/>
              </a:ext>
            </a:extLst>
          </p:cNvPr>
          <p:cNvSpPr>
            <a:spLocks xmlns:a="http://schemas.openxmlformats.org/drawingml/2006/main" noGrp="1"/>
          </p:cNvSpPr>
          <p:nvPr/>
        </p:nvSpPr>
        <p:spPr>
          <a:xfrm xmlns:a="http://schemas.openxmlformats.org/drawingml/2006/main">
            <a:off x="781050" y="3733800"/>
            <a:ext cx="1074420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12" name="demo-category-3">
            <a:extLst xmlns:a="http://schemas.openxmlformats.org/drawingml/2006/main">
              <a:ext uri="{FF2B5EF4-FFF2-40B4-BE49-F238E27FC236}">
                <a16:creationId xmlns:a16="http://schemas.microsoft.com/office/drawing/2014/main" id="{55D5B30D-6139-455E-AA6B-0A8351576F00}"/>
              </a:ext>
            </a:extLst>
          </p:cNvPr>
          <p:cNvSpPr>
            <a:spLocks xmlns:a="http://schemas.openxmlformats.org/drawingml/2006/main" noGrp="1"/>
          </p:cNvSpPr>
          <p:nvPr/>
        </p:nvSpPr>
        <p:spPr>
          <a:xfrm xmlns:a="http://schemas.openxmlformats.org/drawingml/2006/main">
            <a:off x="781050" y="39052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398259"/>
                </a:solidFill>
                <a:latin typeface="Malgun Gothic"/>
                <a:ea typeface="Malgun Gothic"/>
                <a:cs typeface="Malgun Gothic"/>
              </a:defRPr>
            </a:defPPr>
          </a:lstStyle>
          <a:p xmlns:a="http://schemas.openxmlformats.org/drawingml/2006/main">
            <a:pPr algn="l">
              <a:defRPr sz="1650" b="1">
                <a:solidFill>
                  <a:srgbClr val="398259"/>
                </a:solidFill>
                <a:latin typeface="Malgun Gothic"/>
                <a:ea typeface="Malgun Gothic"/>
                <a:cs typeface="Malgun Gothic"/>
              </a:defRPr>
            </a:pPr>
            <a:r>
              <a:rPr sz="1650" b="1">
                <a:solidFill>
                  <a:srgbClr val="398259"/>
                </a:solidFill>
                <a:latin typeface="Malgun Gothic"/>
                <a:ea typeface="Malgun Gothic"/>
                <a:cs typeface="Malgun Gothic"/>
              </a:rPr>
              <a:t>최신·모호한 주장</a:t>
            </a:r>
          </a:p>
        </p:txBody>
      </p:sp>
      <p:sp>
        <p:nvSpPr>
          <p:cNvPr id="13" name="demo-example-3">
            <a:extLst xmlns:a="http://schemas.openxmlformats.org/drawingml/2006/main">
              <a:ext uri="{FF2B5EF4-FFF2-40B4-BE49-F238E27FC236}">
                <a16:creationId xmlns:a16="http://schemas.microsoft.com/office/drawing/2014/main" id="{6A03847F-5045-4B48-98A1-807A6BEA1B5F}"/>
              </a:ext>
            </a:extLst>
          </p:cNvPr>
          <p:cNvSpPr>
            <a:spLocks xmlns:a="http://schemas.openxmlformats.org/drawingml/2006/main" noGrp="1"/>
          </p:cNvSpPr>
          <p:nvPr/>
        </p:nvSpPr>
        <p:spPr>
          <a:xfrm xmlns:a="http://schemas.openxmlformats.org/drawingml/2006/main">
            <a:off x="3429000" y="39052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BTS 2026 투어? · 라면은 몸에 좋은가?</a:t>
            </a:r>
          </a:p>
        </p:txBody>
      </p:sp>
      <p:sp>
        <p:nvSpPr>
          <p:cNvPr id="14" name="demo-divider-3">
            <a:extLst xmlns:a="http://schemas.openxmlformats.org/drawingml/2006/main">
              <a:ext uri="{FF2B5EF4-FFF2-40B4-BE49-F238E27FC236}">
                <a16:creationId xmlns:a16="http://schemas.microsoft.com/office/drawing/2014/main" id="{6A6A4F8E-9E69-449E-BD10-D1074DE50C07}"/>
              </a:ext>
            </a:extLst>
          </p:cNvPr>
          <p:cNvSpPr>
            <a:spLocks xmlns:a="http://schemas.openxmlformats.org/drawingml/2006/main" noGrp="1"/>
          </p:cNvSpPr>
          <p:nvPr/>
        </p:nvSpPr>
        <p:spPr>
          <a:xfrm xmlns:a="http://schemas.openxmlformats.org/drawingml/2006/main">
            <a:off x="781050" y="4476750"/>
            <a:ext cx="10744200" cy="0"/>
          </a:xfrm>
          <a:prstGeom xmlns:a="http://schemas.openxmlformats.org/drawingml/2006/main" prst="line">
            <a:avLst/>
          </a:prstGeom>
          <a:noFill xmlns:a="http://schemas.openxmlformats.org/drawingml/2006/main"/>
          <a:ln xmlns:a="http://schemas.openxmlformats.org/drawingml/2006/main" w="9525">
            <a:solidFill>
              <a:srgbClr val="D5DDE6"/>
            </a:solidFill>
            <a:prstDash val="solid"/>
          </a:ln>
        </p:spPr>
      </p:sp>
      <p:sp>
        <p:nvSpPr>
          <p:cNvPr id="15" name="demo-category-4">
            <a:extLst xmlns:a="http://schemas.openxmlformats.org/drawingml/2006/main">
              <a:ext uri="{FF2B5EF4-FFF2-40B4-BE49-F238E27FC236}">
                <a16:creationId xmlns:a16="http://schemas.microsoft.com/office/drawing/2014/main" id="{A12EB041-E38C-464B-A1DE-7892A9C702B5}"/>
              </a:ext>
            </a:extLst>
          </p:cNvPr>
          <p:cNvSpPr>
            <a:spLocks xmlns:a="http://schemas.openxmlformats.org/drawingml/2006/main" noGrp="1"/>
          </p:cNvSpPr>
          <p:nvPr/>
        </p:nvSpPr>
        <p:spPr>
          <a:xfrm xmlns:a="http://schemas.openxmlformats.org/drawingml/2006/main">
            <a:off x="781050" y="46482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B48217"/>
                </a:solidFill>
                <a:latin typeface="Malgun Gothic"/>
                <a:ea typeface="Malgun Gothic"/>
                <a:cs typeface="Malgun Gothic"/>
              </a:defRPr>
            </a:defPPr>
          </a:lstStyle>
          <a:p xmlns:a="http://schemas.openxmlformats.org/drawingml/2006/main">
            <a:pPr algn="l">
              <a:defRPr sz="1650" b="1">
                <a:solidFill>
                  <a:srgbClr val="B48217"/>
                </a:solidFill>
                <a:latin typeface="Malgun Gothic"/>
                <a:ea typeface="Malgun Gothic"/>
                <a:cs typeface="Malgun Gothic"/>
              </a:defRPr>
            </a:pPr>
            <a:r>
              <a:rPr sz="1650" b="1">
                <a:solidFill>
                  <a:srgbClr val="B48217"/>
                </a:solidFill>
                <a:latin typeface="Malgun Gothic"/>
                <a:ea typeface="Malgun Gothic"/>
                <a:cs typeface="Malgun Gothic"/>
              </a:rPr>
              <a:t>이미지·복합 주장</a:t>
            </a:r>
          </a:p>
        </p:txBody>
      </p:sp>
      <p:sp>
        <p:nvSpPr>
          <p:cNvPr id="16" name="demo-example-4">
            <a:extLst xmlns:a="http://schemas.openxmlformats.org/drawingml/2006/main">
              <a:ext uri="{FF2B5EF4-FFF2-40B4-BE49-F238E27FC236}">
                <a16:creationId xmlns:a16="http://schemas.microsoft.com/office/drawing/2014/main" id="{7CA6F158-4381-4F75-8DFB-692FC6EB5C47}"/>
              </a:ext>
            </a:extLst>
          </p:cNvPr>
          <p:cNvSpPr>
            <a:spLocks xmlns:a="http://schemas.openxmlformats.org/drawingml/2006/main" noGrp="1"/>
          </p:cNvSpPr>
          <p:nvPr/>
        </p:nvSpPr>
        <p:spPr>
          <a:xfrm xmlns:a="http://schemas.openxmlformats.org/drawingml/2006/main">
            <a:off x="3429000" y="46482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233"/>
                </a:solidFill>
                <a:latin typeface="Malgun Gothic"/>
                <a:ea typeface="Malgun Gothic"/>
                <a:cs typeface="Malgun Gothic"/>
              </a:defRPr>
            </a:defPPr>
          </a:lstStyle>
          <a:p xmlns:a="http://schemas.openxmlformats.org/drawingml/2006/main">
            <a:pPr algn="l">
              <a:defRPr sz="1725" b="0">
                <a:solidFill>
                  <a:srgbClr val="172233"/>
                </a:solidFill>
                <a:latin typeface="Malgun Gothic"/>
                <a:ea typeface="Malgun Gothic"/>
                <a:cs typeface="Malgun Gothic"/>
              </a:defRPr>
            </a:pPr>
            <a:r>
              <a:rPr sz="1725" b="0">
                <a:solidFill>
                  <a:srgbClr val="172233"/>
                </a:solidFill>
                <a:latin typeface="Malgun Gothic"/>
                <a:ea typeface="Malgun Gothic"/>
                <a:cs typeface="Malgun Gothic"/>
              </a:rPr>
              <a:t>사진 속 인물 확인 · 금성 복합 주장</a:t>
            </a:r>
          </a:p>
        </p:txBody>
      </p:sp>
      <p:sp>
        <p:nvSpPr>
          <p:cNvPr id="17" name="demo-duration">
            <a:extLst xmlns:a="http://schemas.openxmlformats.org/drawingml/2006/main">
              <a:ext uri="{FF2B5EF4-FFF2-40B4-BE49-F238E27FC236}">
                <a16:creationId xmlns:a16="http://schemas.microsoft.com/office/drawing/2014/main" id="{8DC7E9FB-A414-4EE1-B12F-CBE804430102}"/>
              </a:ext>
            </a:extLst>
          </p:cNvPr>
          <p:cNvSpPr>
            <a:spLocks xmlns:a="http://schemas.openxmlformats.org/drawingml/2006/main" noGrp="1"/>
          </p:cNvSpPr>
          <p:nvPr/>
        </p:nvSpPr>
        <p:spPr>
          <a:xfrm xmlns:a="http://schemas.openxmlformats.org/drawingml/2006/main">
            <a:off x="781050" y="5676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3D79C5"/>
                </a:solidFill>
                <a:latin typeface="Malgun Gothic"/>
                <a:ea typeface="Malgun Gothic"/>
                <a:cs typeface="Malgun Gothic"/>
              </a:defRPr>
            </a:defPPr>
          </a:lstStyle>
          <a:p xmlns:a="http://schemas.openxmlformats.org/drawingml/2006/main">
            <a:pPr algn="l">
              <a:defRPr sz="1650" b="1">
                <a:solidFill>
                  <a:srgbClr val="3D79C5"/>
                </a:solidFill>
                <a:latin typeface="Malgun Gothic"/>
                <a:ea typeface="Malgun Gothic"/>
                <a:cs typeface="Malgun Gothic"/>
              </a:defRPr>
            </a:pPr>
            <a:r>
              <a:rPr sz="1650" b="1">
                <a:solidFill>
                  <a:srgbClr val="3D79C5"/>
                </a:solidFill>
                <a:latin typeface="Malgun Gothic"/>
                <a:ea typeface="Malgun Gothic"/>
                <a:cs typeface="Malgun Gothic"/>
              </a:rPr>
              <a:t>실시간 시연 · 10분</a:t>
            </a:r>
          </a:p>
        </p:txBody>
      </p:sp>
    </p:spTree>
    <p:extLst>
      <p:ext uri="{BB962C8B-B14F-4D97-AF65-F5344CB8AC3E}">
        <p14:creationId xmlns:p14="http://schemas.microsoft.com/office/powerpoint/2010/main" val="405575766"/>
      </p:ext>
    </p:extLst>
  </p:cSld>
</p:sld>
</file>

<file path=ppt/slides/slide10.xml><?xml version="1.0" encoding="utf-8"?>
<p:sld xmlns:p="http://schemas.openxmlformats.org/presentationml/2006/main">
  <p:cSld>
    <p:bg>
      <p:bgPr>
        <a:solidFill xmlns:a="http://schemas.openxmlformats.org/drawingml/2006/main">
          <a:srgbClr val="151A21"/>
        </a:solidFill>
      </p:bgPr>
    </p:bg>
    <p:spTree>
      <p:nvGrpSpPr>
        <p:cNvPr id="1" name=""/>
        <p:cNvGrpSpPr/>
        <p:nvPr/>
      </p:nvGrpSpPr>
      <p:grpSpPr>
        <a:xfrm xmlns:a="http://schemas.openxmlformats.org/drawingml/2006/main"/>
      </p:grpSpPr>
      <p:sp>
        <p:nvSpPr>
          <p:cNvPr id="4" name="qa-title">
            <a:extLst xmlns:a="http://schemas.openxmlformats.org/drawingml/2006/main">
              <a:ext uri="{FF2B5EF4-FFF2-40B4-BE49-F238E27FC236}">
                <a16:creationId xmlns:a16="http://schemas.microsoft.com/office/drawing/2014/main" id="{C30CCE0F-2677-4C21-878A-C3BABEAAA4BA}"/>
              </a:ext>
            </a:extLst>
          </p:cNvPr>
          <p:cNvSpPr>
            <a:spLocks xmlns:a="http://schemas.openxmlformats.org/drawingml/2006/main" noGrp="1"/>
          </p:cNvSpPr>
          <p:nvPr/>
        </p:nvSpPr>
        <p:spPr>
          <a:xfrm xmlns:a="http://schemas.openxmlformats.org/drawingml/2006/main">
            <a:off x="800100" y="2324100"/>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6F8FB"/>
                </a:solidFill>
                <a:latin typeface="Malgun Gothic"/>
                <a:ea typeface="Malgun Gothic"/>
                <a:cs typeface="Malgun Gothic"/>
              </a:defRPr>
            </a:defPPr>
          </a:lstStyle>
          <a:p xmlns:a="http://schemas.openxmlformats.org/drawingml/2006/main">
            <a:pPr algn="l">
              <a:defRPr sz="4350" b="1">
                <a:solidFill>
                  <a:srgbClr val="F6F8FB"/>
                </a:solidFill>
                <a:latin typeface="Malgun Gothic"/>
                <a:ea typeface="Malgun Gothic"/>
                <a:cs typeface="Malgun Gothic"/>
              </a:defRPr>
            </a:pPr>
            <a:r>
              <a:rPr sz="4350" b="1">
                <a:solidFill>
                  <a:srgbClr val="F6F8FB"/>
                </a:solidFill>
                <a:latin typeface="Malgun Gothic"/>
                <a:ea typeface="Malgun Gothic"/>
                <a:cs typeface="Malgun Gothic"/>
              </a:rPr>
              <a:t>질문받겠습니다</a:t>
            </a:r>
          </a:p>
        </p:txBody>
      </p:sp>
      <p:sp>
        <p:nvSpPr>
          <p:cNvPr id="2" name="qa-subtitle">
            <a:extLst xmlns:a="http://schemas.openxmlformats.org/drawingml/2006/main">
              <a:ext uri="{FF2B5EF4-FFF2-40B4-BE49-F238E27FC236}">
                <a16:creationId xmlns:a16="http://schemas.microsoft.com/office/drawing/2014/main" id="{0C2D769D-18E2-4BF5-9590-29F604595FD2}"/>
              </a:ext>
            </a:extLst>
          </p:cNvPr>
          <p:cNvSpPr>
            <a:spLocks xmlns:a="http://schemas.openxmlformats.org/drawingml/2006/main" noGrp="1"/>
          </p:cNvSpPr>
          <p:nvPr/>
        </p:nvSpPr>
        <p:spPr>
          <a:xfrm xmlns:a="http://schemas.openxmlformats.org/drawingml/2006/main">
            <a:off x="838200" y="3448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B7C0CB"/>
                </a:solidFill>
                <a:latin typeface="Malgun Gothic"/>
                <a:ea typeface="Malgun Gothic"/>
                <a:cs typeface="Malgun Gothic"/>
              </a:defRPr>
            </a:defPPr>
          </a:lstStyle>
          <a:p xmlns:a="http://schemas.openxmlformats.org/drawingml/2006/main">
            <a:pPr algn="l">
              <a:defRPr sz="2025" b="0">
                <a:solidFill>
                  <a:srgbClr val="B7C0CB"/>
                </a:solidFill>
                <a:latin typeface="Malgun Gothic"/>
                <a:ea typeface="Malgun Gothic"/>
                <a:cs typeface="Malgun Gothic"/>
              </a:defRPr>
            </a:pPr>
            <a:r>
              <a:rPr sz="2025" b="0">
                <a:solidFill>
                  <a:srgbClr val="B7C0CB"/>
                </a:solidFill>
                <a:latin typeface="Malgun Gothic"/>
                <a:ea typeface="Malgun Gothic"/>
                <a:cs typeface="Malgun Gothic"/>
              </a:rPr>
              <a:t>확인한 기능과 남은 확인 범위를 나눠 말씀드리겠습니다.</a:t>
            </a:r>
          </a:p>
        </p:txBody>
      </p:sp>
      <p:sp>
        <p:nvSpPr>
          <p:cNvPr id="3" name="qa-duration">
            <a:extLst xmlns:a="http://schemas.openxmlformats.org/drawingml/2006/main">
              <a:ext uri="{FF2B5EF4-FFF2-40B4-BE49-F238E27FC236}">
                <a16:creationId xmlns:a16="http://schemas.microsoft.com/office/drawing/2014/main" id="{60F9431D-5ECD-4448-B8B2-F0CA7901AC5A}"/>
              </a:ext>
            </a:extLst>
          </p:cNvPr>
          <p:cNvSpPr>
            <a:spLocks xmlns:a="http://schemas.openxmlformats.org/drawingml/2006/main" noGrp="1"/>
          </p:cNvSpPr>
          <p:nvPr/>
        </p:nvSpPr>
        <p:spPr>
          <a:xfrm xmlns:a="http://schemas.openxmlformats.org/drawingml/2006/main">
            <a:off x="838200" y="54673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7C0CB"/>
                </a:solidFill>
                <a:latin typeface="Malgun Gothic"/>
                <a:ea typeface="Malgun Gothic"/>
                <a:cs typeface="Malgun Gothic"/>
              </a:defRPr>
            </a:defPPr>
          </a:lstStyle>
          <a:p xmlns:a="http://schemas.openxmlformats.org/drawingml/2006/main">
            <a:pPr algn="l">
              <a:defRPr sz="1650" b="0">
                <a:solidFill>
                  <a:srgbClr val="B7C0CB"/>
                </a:solidFill>
                <a:latin typeface="Malgun Gothic"/>
                <a:ea typeface="Malgun Gothic"/>
                <a:cs typeface="Malgun Gothic"/>
              </a:defRPr>
            </a:pPr>
            <a:r>
              <a:rPr sz="1650" b="0">
                <a:solidFill>
                  <a:srgbClr val="B7C0CB"/>
                </a:solidFill>
                <a:latin typeface="Malgun Gothic"/>
                <a:ea typeface="Malgun Gothic"/>
                <a:cs typeface="Malgun Gothic"/>
              </a:rPr>
              <a:t>질의응답 · 2분</a:t>
            </a:r>
          </a:p>
        </p:txBody>
      </p:sp>
    </p:spTree>
    <p:extLst>
      <p:ext uri="{BB962C8B-B14F-4D97-AF65-F5344CB8AC3E}">
        <p14:creationId xmlns:p14="http://schemas.microsoft.com/office/powerpoint/2010/main" val="2143871120"/>
      </p:ext>
    </p:extLst>
  </p:cSld>
</p:sld>
</file>

<file path=ppt/theme/theme1.xml><?xml version="1.0" encoding="utf-8"?>
<a:theme xmlns:a="http://schemas.openxmlformats.org/drawingml/2006/main" name="ChatGPT">
  <a:themeElements>
    <a:clrScheme name="True or Not">
      <a:dk1>
        <a:srgbClr val="000000"/>
      </a:dk1>
      <a:lt1>
        <a:srgbClr val="FFFFFF"/>
      </a:lt1>
      <a:dk2>
        <a:srgbClr val="172233"/>
      </a:dk2>
      <a:lt2>
        <a:srgbClr val="EEF1F4"/>
      </a:lt2>
      <a:accent1>
        <a:srgbClr val="3D79C5"/>
      </a:accent1>
      <a:accent2>
        <a:srgbClr val="398259"/>
      </a:accent2>
      <a:accent3>
        <a:srgbClr val="B48217"/>
      </a:accent3>
      <a:accent4>
        <a:srgbClr val="A84949"/>
      </a:accent4>
      <a:accent5>
        <a:srgbClr val="536275"/>
      </a:accent5>
      <a:accent6>
        <a:srgbClr val="8A6DB2"/>
      </a:accent6>
      <a:hlink>
        <a:srgbClr val="3D79C5"/>
      </a:hlink>
      <a:folHlink>
        <a:srgbClr val="6E58A5"/>
      </a:folHlink>
    </a:clrScheme>
    <a:fontScheme name="">
      <a:majorFont>
        <a:latin typeface="Aptos"/>
        <a:ea typeface=""/>
        <a:cs typeface=""/>
      </a:majorFont>
      <a:minorFont>
        <a:latin typeface="Aptos"/>
        <a:ea typeface=""/>
        <a:cs typeface=""/>
      </a:minorFont>
    </a:fontScheme>
    <a:fmtScheme name="True or No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2026-10-13T08:54:52.1930000Z</dcterms:created>
  <dcterms:modified xsi:type="dcterms:W3CDTF">2026-10-13T08:54:52.1930000Z</dcterms:modified>
</coreProperties>
</file>